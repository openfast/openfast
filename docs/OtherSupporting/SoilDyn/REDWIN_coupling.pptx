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7" r:id="rId1"/>
  </p:sldMasterIdLst>
  <p:notesMasterIdLst>
    <p:notesMasterId r:id="rId3"/>
  </p:notesMasterIdLst>
  <p:sldIdLst>
    <p:sldId id="670"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60">
          <p15:clr>
            <a:srgbClr val="A4A3A4"/>
          </p15:clr>
        </p15:guide>
        <p15:guide id="2" pos="216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ynn Schroeder" initials="" lastIdx="22" clrIdx="0"/>
  <p:cmAuthor id="1" name="Schroeder, Joelynn" initials="SJ"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761A3"/>
    <a:srgbClr val="0088CE"/>
    <a:srgbClr val="0D70B3"/>
    <a:srgbClr val="0D6BAA"/>
    <a:srgbClr val="282828"/>
    <a:srgbClr val="000000"/>
    <a:srgbClr val="181818"/>
    <a:srgbClr val="2D2D2D"/>
    <a:srgbClr val="323232"/>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539" autoAdjust="0"/>
    <p:restoredTop sz="86340" autoAdjust="0"/>
  </p:normalViewPr>
  <p:slideViewPr>
    <p:cSldViewPr snapToGrid="0" snapToObjects="1">
      <p:cViewPr varScale="1">
        <p:scale>
          <a:sx n="110" d="100"/>
          <a:sy n="110" d="100"/>
        </p:scale>
        <p:origin x="280" y="176"/>
      </p:cViewPr>
      <p:guideLst>
        <p:guide orient="horz" pos="560"/>
        <p:guide pos="2169"/>
      </p:guideLst>
    </p:cSldViewPr>
  </p:slideViewPr>
  <p:outlineViewPr>
    <p:cViewPr>
      <p:scale>
        <a:sx n="33" d="100"/>
        <a:sy n="33" d="100"/>
      </p:scale>
      <p:origin x="0" y="-63043"/>
    </p:cViewPr>
  </p:outlineViewPr>
  <p:notesTextViewPr>
    <p:cViewPr>
      <p:scale>
        <a:sx n="3" d="2"/>
        <a:sy n="3" d="2"/>
      </p:scale>
      <p:origin x="0" y="0"/>
    </p:cViewPr>
  </p:notesTextViewPr>
  <p:sorterViewPr>
    <p:cViewPr varScale="1">
      <p:scale>
        <a:sx n="100" d="100"/>
        <a:sy n="100" d="100"/>
      </p:scale>
      <p:origin x="0" y="0"/>
    </p:cViewPr>
  </p:sorterViewPr>
  <p:notesViewPr>
    <p:cSldViewPr snapToGrid="0" snapToObjects="1" showGuides="1">
      <p:cViewPr varScale="1">
        <p:scale>
          <a:sx n="62" d="100"/>
          <a:sy n="62" d="100"/>
        </p:scale>
        <p:origin x="3154"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6E111B-D6A9-9447-B379-FD583B888895}" type="datetimeFigureOut">
              <a:t>3/23/20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A46811-17DA-9941-B072-0FDD734050A4}" type="slidenum">
              <a:t>‹#›</a:t>
            </a:fld>
            <a:endParaRPr lang="en-US"/>
          </a:p>
        </p:txBody>
      </p:sp>
    </p:spTree>
    <p:extLst>
      <p:ext uri="{BB962C8B-B14F-4D97-AF65-F5344CB8AC3E}">
        <p14:creationId xmlns:p14="http://schemas.microsoft.com/office/powerpoint/2010/main" val="377227511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A46811-17DA-9941-B072-0FDD734050A4}" type="slidenum">
              <a:rPr lang="en-US" smtClean="0"/>
              <a:t>1</a:t>
            </a:fld>
            <a:endParaRPr lang="en-US"/>
          </a:p>
        </p:txBody>
      </p:sp>
    </p:spTree>
    <p:extLst>
      <p:ext uri="{BB962C8B-B14F-4D97-AF65-F5344CB8AC3E}">
        <p14:creationId xmlns:p14="http://schemas.microsoft.com/office/powerpoint/2010/main" val="9954428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l="16805" t="13288" r="3423" b="57134"/>
          <a:stretch/>
        </p:blipFill>
        <p:spPr>
          <a:xfrm>
            <a:off x="2644345" y="1142090"/>
            <a:ext cx="6334897" cy="3039762"/>
          </a:xfrm>
          <a:prstGeom prst="rect">
            <a:avLst/>
          </a:prstGeom>
          <a:ln>
            <a:solidFill>
              <a:schemeClr val="tx1">
                <a:lumMod val="20000"/>
                <a:lumOff val="80000"/>
              </a:schemeClr>
            </a:solidFill>
          </a:ln>
        </p:spPr>
      </p:pic>
      <p:sp>
        <p:nvSpPr>
          <p:cNvPr id="7" name="TextBox 6"/>
          <p:cNvSpPr txBox="1"/>
          <p:nvPr userDrawn="1"/>
        </p:nvSpPr>
        <p:spPr>
          <a:xfrm>
            <a:off x="321275" y="977336"/>
            <a:ext cx="2240692" cy="3970318"/>
          </a:xfrm>
          <a:prstGeom prst="rect">
            <a:avLst/>
          </a:prstGeom>
          <a:noFill/>
        </p:spPr>
        <p:txBody>
          <a:bodyPr wrap="square" rtlCol="0">
            <a:spAutoFit/>
          </a:bodyPr>
          <a:lstStyle/>
          <a:p>
            <a:pPr algn="l"/>
            <a:r>
              <a:rPr lang="en-US" sz="1800" b="1" i="1" dirty="0">
                <a:solidFill>
                  <a:srgbClr val="FF0000"/>
                </a:solidFill>
              </a:rPr>
              <a:t>PC Users:</a:t>
            </a:r>
          </a:p>
          <a:p>
            <a:pPr algn="l"/>
            <a:r>
              <a:rPr lang="en-US" sz="1800" i="1" dirty="0">
                <a:solidFill>
                  <a:srgbClr val="FF0000"/>
                </a:solidFill>
              </a:rPr>
              <a:t>Microsoft PowerPoint for Windows has default settings that continually compress images. To avoid loss</a:t>
            </a:r>
            <a:r>
              <a:rPr lang="en-US" sz="1800" i="1" baseline="0" dirty="0">
                <a:solidFill>
                  <a:srgbClr val="FF0000"/>
                </a:solidFill>
              </a:rPr>
              <a:t> of quality </a:t>
            </a:r>
            <a:r>
              <a:rPr lang="en-US" sz="1800" i="1" dirty="0">
                <a:solidFill>
                  <a:srgbClr val="FF0000"/>
                </a:solidFill>
              </a:rPr>
              <a:t>for photos and graphics within this presentation file,</a:t>
            </a:r>
            <a:r>
              <a:rPr lang="en-US" sz="1800" i="1" baseline="0" dirty="0">
                <a:solidFill>
                  <a:srgbClr val="FF0000"/>
                </a:solidFill>
              </a:rPr>
              <a:t> </a:t>
            </a:r>
            <a:r>
              <a:rPr lang="en-US" sz="1800" i="1" dirty="0">
                <a:solidFill>
                  <a:srgbClr val="FF0000"/>
                </a:solidFill>
              </a:rPr>
              <a:t>please follow these</a:t>
            </a:r>
            <a:r>
              <a:rPr lang="en-US" sz="1800" i="1" baseline="0" dirty="0">
                <a:solidFill>
                  <a:srgbClr val="FF0000"/>
                </a:solidFill>
              </a:rPr>
              <a:t> instructions </a:t>
            </a:r>
            <a:r>
              <a:rPr lang="en-US" sz="1800" i="1" dirty="0">
                <a:solidFill>
                  <a:srgbClr val="FF0000"/>
                </a:solidFill>
              </a:rPr>
              <a:t>to change your software settings.</a:t>
            </a:r>
            <a:endParaRPr lang="en-US" sz="1800" dirty="0"/>
          </a:p>
          <a:p>
            <a:endParaRPr lang="en-US" sz="1800" dirty="0"/>
          </a:p>
        </p:txBody>
      </p:sp>
    </p:spTree>
    <p:extLst>
      <p:ext uri="{BB962C8B-B14F-4D97-AF65-F5344CB8AC3E}">
        <p14:creationId xmlns:p14="http://schemas.microsoft.com/office/powerpoint/2010/main" val="1365947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Simpl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10557" y="1541606"/>
            <a:ext cx="4945300" cy="2068823"/>
          </a:xfrm>
          <a:noFill/>
        </p:spPr>
        <p:txBody>
          <a:bodyPr lIns="274320" tIns="0" rIns="274320" bIns="0" anchor="b" anchorCtr="0">
            <a:noAutofit/>
          </a:bodyPr>
          <a:lstStyle>
            <a:lvl1pPr algn="l">
              <a:defRPr sz="3000">
                <a:solidFill>
                  <a:schemeClr val="bg1"/>
                </a:solidFill>
              </a:defRPr>
            </a:lvl1pPr>
          </a:lstStyle>
          <a:p>
            <a:r>
              <a:rPr lang="en-US" dirty="0"/>
              <a:t>Title slide</a:t>
            </a:r>
          </a:p>
        </p:txBody>
      </p:sp>
      <p:sp>
        <p:nvSpPr>
          <p:cNvPr id="16" name="Text Placeholder 20"/>
          <p:cNvSpPr>
            <a:spLocks noGrp="1"/>
          </p:cNvSpPr>
          <p:nvPr>
            <p:ph type="body" sz="quarter" idx="11" hasCustomPrompt="1"/>
          </p:nvPr>
        </p:nvSpPr>
        <p:spPr>
          <a:xfrm>
            <a:off x="2910555" y="4035091"/>
            <a:ext cx="4945301" cy="1035839"/>
          </a:xfrm>
          <a:prstGeom prst="rect">
            <a:avLst/>
          </a:prstGeom>
          <a:noFill/>
          <a:ln>
            <a:noFill/>
          </a:ln>
        </p:spPr>
        <p:txBody>
          <a:bodyPr vert="horz" lIns="274320" tIns="0" rIns="182880" bIns="0" anchor="t" anchorCtr="0">
            <a:noAutofit/>
          </a:bodyPr>
          <a:lstStyle>
            <a:lvl1pPr marL="0" indent="0">
              <a:buNone/>
              <a:defRPr sz="1800" baseline="0">
                <a:solidFill>
                  <a:schemeClr val="bg1"/>
                </a:solidFill>
              </a:defRPr>
            </a:lvl1pPr>
          </a:lstStyle>
          <a:p>
            <a:pPr lvl="0"/>
            <a:r>
              <a:rPr lang="en-US" dirty="0"/>
              <a:t>Presenter Name</a:t>
            </a:r>
          </a:p>
          <a:p>
            <a:pPr lvl="0"/>
            <a:r>
              <a:rPr lang="en-US" dirty="0"/>
              <a:t>Venue or Organization</a:t>
            </a:r>
          </a:p>
          <a:p>
            <a:pPr lvl="0"/>
            <a:r>
              <a:rPr lang="en-US" dirty="0"/>
              <a:t>Date</a:t>
            </a:r>
          </a:p>
        </p:txBody>
      </p:sp>
      <p:cxnSp>
        <p:nvCxnSpPr>
          <p:cNvPr id="4" name="Straight Connector 3"/>
          <p:cNvCxnSpPr/>
          <p:nvPr userDrawn="1"/>
        </p:nvCxnSpPr>
        <p:spPr>
          <a:xfrm>
            <a:off x="3129643" y="3828143"/>
            <a:ext cx="4726213" cy="0"/>
          </a:xfrm>
          <a:prstGeom prst="line">
            <a:avLst/>
          </a:prstGeom>
          <a:effectLst/>
        </p:spPr>
        <p:style>
          <a:lnRef idx="2">
            <a:schemeClr val="accent1"/>
          </a:lnRef>
          <a:fillRef idx="0">
            <a:schemeClr val="accent1"/>
          </a:fillRef>
          <a:effectRef idx="1">
            <a:schemeClr val="accent1"/>
          </a:effectRef>
          <a:fontRef idx="minor">
            <a:schemeClr val="tx1"/>
          </a:fontRef>
        </p:style>
      </p:cxnSp>
      <p:pic>
        <p:nvPicPr>
          <p:cNvPr id="11" name="Graphic 10">
            <a:extLst>
              <a:ext uri="{FF2B5EF4-FFF2-40B4-BE49-F238E27FC236}">
                <a16:creationId xmlns:a16="http://schemas.microsoft.com/office/drawing/2014/main" id="{30B18F56-D611-A640-8F65-89DF8088BEF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7454" y="0"/>
            <a:ext cx="2331892" cy="1092307"/>
          </a:xfrm>
          <a:prstGeom prst="rect">
            <a:avLst/>
          </a:prstGeom>
        </p:spPr>
      </p:pic>
    </p:spTree>
    <p:extLst>
      <p:ext uri="{BB962C8B-B14F-4D97-AF65-F5344CB8AC3E}">
        <p14:creationId xmlns:p14="http://schemas.microsoft.com/office/powerpoint/2010/main" val="3980332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Full Photo">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3" name="Title 1"/>
          <p:cNvSpPr>
            <a:spLocks noGrp="1"/>
          </p:cNvSpPr>
          <p:nvPr>
            <p:ph type="title" hasCustomPrompt="1"/>
          </p:nvPr>
        </p:nvSpPr>
        <p:spPr>
          <a:xfrm>
            <a:off x="2910556" y="2413687"/>
            <a:ext cx="6233444" cy="1096282"/>
          </a:xfrm>
          <a:solidFill>
            <a:schemeClr val="accent1">
              <a:alpha val="75000"/>
            </a:schemeClr>
          </a:solidFill>
        </p:spPr>
        <p:txBody>
          <a:bodyPr lIns="182880" tIns="0" rIns="182880" bIns="0" anchor="ctr" anchorCtr="0">
            <a:noAutofit/>
          </a:bodyPr>
          <a:lstStyle>
            <a:lvl1pPr marL="0" indent="0" algn="l">
              <a:defRPr sz="3000" baseline="0"/>
            </a:lvl1pPr>
          </a:lstStyle>
          <a:p>
            <a:r>
              <a:rPr lang="en-US" dirty="0"/>
              <a:t>Title</a:t>
            </a:r>
          </a:p>
        </p:txBody>
      </p:sp>
      <p:sp>
        <p:nvSpPr>
          <p:cNvPr id="4" name="Text Placeholder 3"/>
          <p:cNvSpPr>
            <a:spLocks noGrp="1"/>
          </p:cNvSpPr>
          <p:nvPr>
            <p:ph type="body" sz="quarter" idx="12" hasCustomPrompt="1"/>
          </p:nvPr>
        </p:nvSpPr>
        <p:spPr>
          <a:xfrm>
            <a:off x="2909888" y="3622557"/>
            <a:ext cx="4352925" cy="1282700"/>
          </a:xfrm>
          <a:solidFill>
            <a:schemeClr val="accent1">
              <a:alpha val="75000"/>
            </a:schemeClr>
          </a:solidFill>
        </p:spPr>
        <p:txBody>
          <a:bodyPr lIns="182880" tIns="0" rIns="182880" bIns="0" anchor="ctr" anchorCtr="0">
            <a:normAutofit/>
          </a:bodyPr>
          <a:lstStyle>
            <a:lvl1pPr marL="0" indent="0">
              <a:spcBef>
                <a:spcPts val="0"/>
              </a:spcBef>
              <a:buNone/>
              <a:defRPr sz="1800">
                <a:solidFill>
                  <a:schemeClr val="bg1"/>
                </a:solidFill>
              </a:defRPr>
            </a:lvl1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18FC129B-1687-4840-80AD-6BAF76C4D41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7454" y="0"/>
            <a:ext cx="2331892" cy="1092307"/>
          </a:xfrm>
          <a:prstGeom prst="rect">
            <a:avLst/>
          </a:prstGeom>
        </p:spPr>
      </p:pic>
    </p:spTree>
    <p:extLst>
      <p:ext uri="{BB962C8B-B14F-4D97-AF65-F5344CB8AC3E}">
        <p14:creationId xmlns:p14="http://schemas.microsoft.com/office/powerpoint/2010/main" val="3862994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Full Photo">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0" y="0"/>
            <a:ext cx="9144000" cy="6858000"/>
          </a:xfrm>
          <a:prstGeom prst="rect">
            <a:avLst/>
          </a:prstGeom>
        </p:spPr>
      </p:pic>
      <p:sp>
        <p:nvSpPr>
          <p:cNvPr id="13" name="Title 1"/>
          <p:cNvSpPr>
            <a:spLocks noGrp="1"/>
          </p:cNvSpPr>
          <p:nvPr>
            <p:ph type="title" hasCustomPrompt="1"/>
          </p:nvPr>
        </p:nvSpPr>
        <p:spPr>
          <a:xfrm>
            <a:off x="2910556" y="2413687"/>
            <a:ext cx="6233444" cy="1096282"/>
          </a:xfrm>
          <a:solidFill>
            <a:schemeClr val="accent1">
              <a:alpha val="75000"/>
            </a:schemeClr>
          </a:solidFill>
        </p:spPr>
        <p:txBody>
          <a:bodyPr lIns="182880" tIns="0" rIns="182880" bIns="0" anchor="ctr" anchorCtr="0">
            <a:noAutofit/>
          </a:bodyPr>
          <a:lstStyle>
            <a:lvl1pPr marL="0" indent="0" algn="l">
              <a:defRPr sz="3000" baseline="0"/>
            </a:lvl1pPr>
          </a:lstStyle>
          <a:p>
            <a:r>
              <a:rPr lang="en-US" dirty="0"/>
              <a:t>Title</a:t>
            </a:r>
          </a:p>
        </p:txBody>
      </p:sp>
      <p:sp>
        <p:nvSpPr>
          <p:cNvPr id="4" name="Text Placeholder 3"/>
          <p:cNvSpPr>
            <a:spLocks noGrp="1"/>
          </p:cNvSpPr>
          <p:nvPr>
            <p:ph type="body" sz="quarter" idx="12" hasCustomPrompt="1"/>
          </p:nvPr>
        </p:nvSpPr>
        <p:spPr>
          <a:xfrm>
            <a:off x="2909888" y="3622557"/>
            <a:ext cx="4352925" cy="1282700"/>
          </a:xfrm>
          <a:solidFill>
            <a:schemeClr val="accent1">
              <a:alpha val="75000"/>
            </a:schemeClr>
          </a:solidFill>
        </p:spPr>
        <p:txBody>
          <a:bodyPr lIns="182880" tIns="0" rIns="182880" bIns="0" anchor="ctr" anchorCtr="0">
            <a:normAutofit/>
          </a:bodyPr>
          <a:lstStyle>
            <a:lvl1pPr marL="0" indent="0">
              <a:spcBef>
                <a:spcPts val="0"/>
              </a:spcBef>
              <a:buNone/>
              <a:defRPr sz="1800">
                <a:solidFill>
                  <a:schemeClr val="bg1"/>
                </a:solidFill>
              </a:defRPr>
            </a:lvl1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C169BC4F-AD20-A74A-9E02-5414D7367A4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7454" y="0"/>
            <a:ext cx="2331892" cy="1092307"/>
          </a:xfrm>
          <a:prstGeom prst="rect">
            <a:avLst/>
          </a:prstGeom>
        </p:spPr>
      </p:pic>
    </p:spTree>
    <p:extLst>
      <p:ext uri="{BB962C8B-B14F-4D97-AF65-F5344CB8AC3E}">
        <p14:creationId xmlns:p14="http://schemas.microsoft.com/office/powerpoint/2010/main" val="3808415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Blue Background">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11" name="Text Placeholder 7"/>
          <p:cNvSpPr>
            <a:spLocks noGrp="1"/>
          </p:cNvSpPr>
          <p:nvPr>
            <p:ph type="body" sz="quarter" idx="11" hasCustomPrompt="1"/>
          </p:nvPr>
        </p:nvSpPr>
        <p:spPr>
          <a:xfrm>
            <a:off x="2929034" y="2414453"/>
            <a:ext cx="6214966" cy="1095516"/>
          </a:xfrm>
          <a:solidFill>
            <a:schemeClr val="accent1">
              <a:alpha val="75000"/>
            </a:schemeClr>
          </a:solidFill>
        </p:spPr>
        <p:txBody>
          <a:bodyPr lIns="182880" tIns="137160" rIns="182880" bIns="137160" anchor="ctr" anchorCtr="0">
            <a:noAutofit/>
          </a:bodyPr>
          <a:lstStyle>
            <a:lvl1pPr marL="0" indent="0">
              <a:lnSpc>
                <a:spcPts val="2800"/>
              </a:lnSpc>
              <a:buNone/>
              <a:defRPr sz="3000">
                <a:solidFill>
                  <a:schemeClr val="bg1"/>
                </a:solidFill>
              </a:defRPr>
            </a:lvl1pPr>
          </a:lstStyle>
          <a:p>
            <a:pPr lvl="0"/>
            <a:r>
              <a:rPr lang="en-US"/>
              <a:t>Title</a:t>
            </a:r>
          </a:p>
        </p:txBody>
      </p:sp>
      <p:sp>
        <p:nvSpPr>
          <p:cNvPr id="12" name="Text Placeholder 14"/>
          <p:cNvSpPr>
            <a:spLocks noGrp="1"/>
          </p:cNvSpPr>
          <p:nvPr>
            <p:ph type="body" sz="quarter" idx="12" hasCustomPrompt="1"/>
          </p:nvPr>
        </p:nvSpPr>
        <p:spPr>
          <a:xfrm>
            <a:off x="2929034" y="3654413"/>
            <a:ext cx="4322763" cy="1101551"/>
          </a:xfrm>
          <a:solidFill>
            <a:schemeClr val="accent1">
              <a:alpha val="75000"/>
            </a:schemeClr>
          </a:solidFill>
        </p:spPr>
        <p:txBody>
          <a:bodyPr lIns="182880" tIns="137160" rIns="182880" bIns="137160" anchor="ctr" anchorCtr="0">
            <a:noAutofit/>
          </a:bodyPr>
          <a:lstStyle>
            <a:lvl1pPr marL="0" indent="0">
              <a:lnSpc>
                <a:spcPts val="1760"/>
              </a:lnSpc>
              <a:spcBef>
                <a:spcPts val="400"/>
              </a:spcBef>
              <a:buNone/>
              <a:defRPr sz="18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598C41F3-39FB-AB41-808B-38EA9C0303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7454" y="0"/>
            <a:ext cx="2331892" cy="1092307"/>
          </a:xfrm>
          <a:prstGeom prst="rect">
            <a:avLst/>
          </a:prstGeom>
        </p:spPr>
      </p:pic>
    </p:spTree>
    <p:extLst>
      <p:ext uri="{BB962C8B-B14F-4D97-AF65-F5344CB8AC3E}">
        <p14:creationId xmlns:p14="http://schemas.microsoft.com/office/powerpoint/2010/main" val="600511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imple Slide - Any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7286" y="0"/>
            <a:ext cx="8309428" cy="868947"/>
          </a:xfrm>
          <a:prstGeom prst="rect">
            <a:avLst/>
          </a:prstGeom>
          <a:solidFill>
            <a:schemeClr val="accent1"/>
          </a:solidFill>
        </p:spPr>
        <p:txBody>
          <a:bodyPr vert="horz" lIns="91440" tIns="91440" rIns="91440" bIns="91440" anchor="ctr" anchorCtr="0"/>
          <a:lstStyle>
            <a:lvl1pPr>
              <a:lnSpc>
                <a:spcPct val="90000"/>
              </a:lnSpc>
              <a:defRPr sz="3000">
                <a:solidFill>
                  <a:schemeClr val="bg1"/>
                </a:solidFill>
              </a:defRPr>
            </a:lvl1pPr>
          </a:lstStyle>
          <a:p>
            <a:r>
              <a:rPr lang="en-US"/>
              <a:t>Simple Slide</a:t>
            </a:r>
          </a:p>
        </p:txBody>
      </p:sp>
      <p:sp>
        <p:nvSpPr>
          <p:cNvPr id="3" name="TextBox 2"/>
          <p:cNvSpPr txBox="1"/>
          <p:nvPr userDrawn="1"/>
        </p:nvSpPr>
        <p:spPr>
          <a:xfrm>
            <a:off x="4946038" y="6654801"/>
            <a:ext cx="4045186" cy="107722"/>
          </a:xfrm>
          <a:prstGeom prst="rect">
            <a:avLst/>
          </a:prstGeom>
          <a:noFill/>
        </p:spPr>
        <p:txBody>
          <a:bodyPr wrap="square" lIns="0" tIns="0" rIns="0" bIns="0" rtlCol="0" anchor="ctr" anchorCtr="0">
            <a:noAutofit/>
          </a:bodyPr>
          <a:lstStyle/>
          <a:p>
            <a:pPr algn="r"/>
            <a:r>
              <a:rPr lang="en-US" sz="700"/>
              <a:t>NREL</a:t>
            </a:r>
            <a:r>
              <a:rPr lang="en-US" sz="700" baseline="0"/>
              <a:t>    </a:t>
            </a:r>
            <a:r>
              <a:rPr lang="en-US" sz="700"/>
              <a:t>|    </a:t>
            </a:r>
            <a:fld id="{BFD71CF8-5198-8441-A7C0-DC22FD64CBE4}" type="slidenum">
              <a:rPr lang="en-US" sz="700"/>
              <a:t>‹#›</a:t>
            </a:fld>
            <a:endParaRPr lang="en-US" sz="700"/>
          </a:p>
        </p:txBody>
      </p:sp>
    </p:spTree>
    <p:extLst>
      <p:ext uri="{BB962C8B-B14F-4D97-AF65-F5344CB8AC3E}">
        <p14:creationId xmlns:p14="http://schemas.microsoft.com/office/powerpoint/2010/main" val="3153918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0"/>
            <a:ext cx="4123871" cy="1243013"/>
          </a:xfrm>
          <a:prstGeom prst="rect">
            <a:avLst/>
          </a:prstGeom>
          <a:solidFill>
            <a:srgbClr val="0079C1"/>
          </a:solidFill>
        </p:spPr>
        <p:txBody>
          <a:bodyPr vert="horz" lIns="91440" tIns="91440" rIns="91440" bIns="91440" anchor="ctr" anchorCtr="0"/>
          <a:lstStyle>
            <a:lvl1pPr>
              <a:lnSpc>
                <a:spcPct val="90000"/>
              </a:lnSpc>
              <a:defRPr sz="3000">
                <a:solidFill>
                  <a:schemeClr val="bg1"/>
                </a:solidFill>
              </a:defRPr>
            </a:lvl1pPr>
          </a:lstStyle>
          <a:p>
            <a:r>
              <a:rPr lang="en-US"/>
              <a:t>Simple Slide</a:t>
            </a:r>
          </a:p>
        </p:txBody>
      </p:sp>
      <p:sp>
        <p:nvSpPr>
          <p:cNvPr id="8" name="Text Placeholder 7"/>
          <p:cNvSpPr>
            <a:spLocks noGrp="1"/>
          </p:cNvSpPr>
          <p:nvPr>
            <p:ph type="body" sz="quarter" idx="10"/>
          </p:nvPr>
        </p:nvSpPr>
        <p:spPr>
          <a:xfrm>
            <a:off x="446087" y="1469118"/>
            <a:ext cx="8371341" cy="4853668"/>
          </a:xfrm>
          <a:prstGeom prst="rect">
            <a:avLst/>
          </a:prstGeom>
        </p:spPr>
        <p:txBody>
          <a:bodyPr vert="horz"/>
          <a:lstStyle>
            <a:lvl1pPr>
              <a:defRPr sz="2600"/>
            </a:lvl1pPr>
            <a:lvl2pPr>
              <a:defRPr sz="2400"/>
            </a:lvl2pPr>
            <a:lvl3pPr>
              <a:defRPr sz="2000"/>
            </a:lvl3pPr>
            <a:lvl4pPr>
              <a:defRPr sz="16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userDrawn="1"/>
        </p:nvSpPr>
        <p:spPr>
          <a:xfrm>
            <a:off x="4946038" y="6654801"/>
            <a:ext cx="4045186" cy="107722"/>
          </a:xfrm>
          <a:prstGeom prst="rect">
            <a:avLst/>
          </a:prstGeom>
          <a:noFill/>
        </p:spPr>
        <p:txBody>
          <a:bodyPr wrap="square" lIns="0" tIns="0" rIns="0" bIns="0" rtlCol="0" anchor="ctr" anchorCtr="0">
            <a:noAutofit/>
          </a:bodyPr>
          <a:lstStyle/>
          <a:p>
            <a:pPr algn="r"/>
            <a:r>
              <a:rPr lang="en-US" sz="700" dirty="0"/>
              <a:t>NREL</a:t>
            </a:r>
            <a:r>
              <a:rPr lang="en-US" sz="700" baseline="0" dirty="0"/>
              <a:t>    </a:t>
            </a:r>
            <a:r>
              <a:rPr lang="en-US" sz="700" dirty="0"/>
              <a:t>|    </a:t>
            </a:r>
            <a:fld id="{BFD71CF8-5198-8441-A7C0-DC22FD64CBE4}" type="slidenum">
              <a:rPr lang="en-US" sz="700"/>
              <a:t>‹#›</a:t>
            </a:fld>
            <a:endParaRPr lang="en-US" sz="700" dirty="0"/>
          </a:p>
        </p:txBody>
      </p:sp>
    </p:spTree>
    <p:extLst>
      <p:ext uri="{BB962C8B-B14F-4D97-AF65-F5344CB8AC3E}">
        <p14:creationId xmlns:p14="http://schemas.microsoft.com/office/powerpoint/2010/main" val="2173652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0"/>
            <a:ext cx="7323221" cy="868947"/>
          </a:xfrm>
          <a:prstGeom prst="rect">
            <a:avLst/>
          </a:prstGeom>
          <a:solidFill>
            <a:srgbClr val="0079C1"/>
          </a:solidFill>
        </p:spPr>
        <p:txBody>
          <a:bodyPr vert="horz" lIns="91440" tIns="91440" rIns="91440" bIns="91440" anchor="ctr" anchorCtr="0"/>
          <a:lstStyle>
            <a:lvl1pPr>
              <a:lnSpc>
                <a:spcPct val="90000"/>
              </a:lnSpc>
              <a:defRPr sz="3000">
                <a:solidFill>
                  <a:schemeClr val="bg1"/>
                </a:solidFill>
              </a:defRPr>
            </a:lvl1pPr>
          </a:lstStyle>
          <a:p>
            <a:r>
              <a:rPr lang="en-US"/>
              <a:t>Simple Slide</a:t>
            </a:r>
          </a:p>
        </p:txBody>
      </p:sp>
      <p:sp>
        <p:nvSpPr>
          <p:cNvPr id="8" name="Text Placeholder 7"/>
          <p:cNvSpPr>
            <a:spLocks noGrp="1"/>
          </p:cNvSpPr>
          <p:nvPr>
            <p:ph type="body" sz="quarter" idx="10"/>
          </p:nvPr>
        </p:nvSpPr>
        <p:spPr>
          <a:xfrm>
            <a:off x="446087" y="1136316"/>
            <a:ext cx="8371341" cy="5186470"/>
          </a:xfrm>
          <a:prstGeom prst="rect">
            <a:avLst/>
          </a:prstGeom>
        </p:spPr>
        <p:txBody>
          <a:bodyPr vert="horz"/>
          <a:lstStyle>
            <a:lvl1pPr>
              <a:defRPr sz="2600"/>
            </a:lvl1pPr>
            <a:lvl2pPr>
              <a:defRPr sz="2400"/>
            </a:lvl2pPr>
            <a:lvl3pPr>
              <a:defRPr sz="2000"/>
            </a:lvl3pPr>
            <a:lvl4pPr>
              <a:defRPr sz="16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userDrawn="1"/>
        </p:nvSpPr>
        <p:spPr>
          <a:xfrm>
            <a:off x="4946038" y="6654801"/>
            <a:ext cx="4045186" cy="107722"/>
          </a:xfrm>
          <a:prstGeom prst="rect">
            <a:avLst/>
          </a:prstGeom>
          <a:noFill/>
        </p:spPr>
        <p:txBody>
          <a:bodyPr wrap="square" lIns="0" tIns="0" rIns="0" bIns="0" rtlCol="0" anchor="ctr" anchorCtr="0">
            <a:noAutofit/>
          </a:bodyPr>
          <a:lstStyle/>
          <a:p>
            <a:pPr algn="r"/>
            <a:r>
              <a:rPr lang="en-US" sz="700"/>
              <a:t>NREL</a:t>
            </a:r>
            <a:r>
              <a:rPr lang="en-US" sz="700" baseline="0"/>
              <a:t>    </a:t>
            </a:r>
            <a:r>
              <a:rPr lang="en-US" sz="700"/>
              <a:t>|    </a:t>
            </a:r>
            <a:fld id="{BFD71CF8-5198-8441-A7C0-DC22FD64CBE4}" type="slidenum">
              <a:rPr lang="en-US" sz="700"/>
              <a:t>‹#›</a:t>
            </a:fld>
            <a:endParaRPr lang="en-US" sz="700"/>
          </a:p>
        </p:txBody>
      </p:sp>
    </p:spTree>
    <p:extLst>
      <p:ext uri="{BB962C8B-B14F-4D97-AF65-F5344CB8AC3E}">
        <p14:creationId xmlns:p14="http://schemas.microsoft.com/office/powerpoint/2010/main" val="1365811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4" name="TextBox 3"/>
          <p:cNvSpPr txBox="1"/>
          <p:nvPr userDrawn="1"/>
        </p:nvSpPr>
        <p:spPr>
          <a:xfrm>
            <a:off x="4946038" y="6654801"/>
            <a:ext cx="4045186" cy="107722"/>
          </a:xfrm>
          <a:prstGeom prst="rect">
            <a:avLst/>
          </a:prstGeom>
          <a:noFill/>
        </p:spPr>
        <p:txBody>
          <a:bodyPr wrap="square" lIns="0" tIns="0" rIns="0" bIns="0" rtlCol="0" anchor="ctr" anchorCtr="0">
            <a:noAutofit/>
          </a:bodyPr>
          <a:lstStyle/>
          <a:p>
            <a:pPr algn="r"/>
            <a:r>
              <a:rPr lang="en-US" sz="700"/>
              <a:t>NREL</a:t>
            </a:r>
            <a:r>
              <a:rPr lang="en-US" sz="700" baseline="0"/>
              <a:t>    </a:t>
            </a:r>
            <a:r>
              <a:rPr lang="en-US" sz="700"/>
              <a:t>|    </a:t>
            </a:r>
            <a:fld id="{BFD71CF8-5198-8441-A7C0-DC22FD64CBE4}" type="slidenum">
              <a:rPr lang="en-US" sz="700"/>
              <a:t>‹#›</a:t>
            </a:fld>
            <a:endParaRPr lang="en-US" sz="700"/>
          </a:p>
        </p:txBody>
      </p:sp>
      <p:sp>
        <p:nvSpPr>
          <p:cNvPr id="5" name="Text Placeholder 8"/>
          <p:cNvSpPr>
            <a:spLocks noGrp="1"/>
          </p:cNvSpPr>
          <p:nvPr>
            <p:ph type="body" sz="quarter" idx="10" hasCustomPrompt="1"/>
          </p:nvPr>
        </p:nvSpPr>
        <p:spPr>
          <a:xfrm>
            <a:off x="457200" y="2148571"/>
            <a:ext cx="8120063" cy="536572"/>
          </a:xfrm>
        </p:spPr>
        <p:txBody>
          <a:bodyPr/>
          <a:lstStyle>
            <a:lvl1pPr marL="0" indent="0" algn="ctr">
              <a:buNone/>
              <a:defRPr baseline="0"/>
            </a:lvl1pPr>
          </a:lstStyle>
          <a:p>
            <a:pPr lvl="0"/>
            <a:r>
              <a:rPr lang="en-US"/>
              <a:t>Blank Slide for Any Content</a:t>
            </a:r>
          </a:p>
        </p:txBody>
      </p:sp>
    </p:spTree>
    <p:extLst>
      <p:ext uri="{BB962C8B-B14F-4D97-AF65-F5344CB8AC3E}">
        <p14:creationId xmlns:p14="http://schemas.microsoft.com/office/powerpoint/2010/main" val="300613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OC Slide - Main">
    <p:spTree>
      <p:nvGrpSpPr>
        <p:cNvPr id="1" name=""/>
        <p:cNvGrpSpPr/>
        <p:nvPr/>
      </p:nvGrpSpPr>
      <p:grpSpPr>
        <a:xfrm>
          <a:off x="0" y="0"/>
          <a:ext cx="0" cy="0"/>
          <a:chOff x="0" y="0"/>
          <a:chExt cx="0" cy="0"/>
        </a:xfrm>
      </p:grpSpPr>
      <p:sp>
        <p:nvSpPr>
          <p:cNvPr id="4" name="TextBox 3"/>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34" name="Text Placeholder 6"/>
          <p:cNvSpPr>
            <a:spLocks noGrp="1"/>
          </p:cNvSpPr>
          <p:nvPr>
            <p:ph type="body" sz="quarter" idx="11" hasCustomPrompt="1"/>
          </p:nvPr>
        </p:nvSpPr>
        <p:spPr>
          <a:xfrm>
            <a:off x="983662" y="1849598"/>
            <a:ext cx="5164903" cy="519429"/>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2" y="2369027"/>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2" y="2488710"/>
            <a:ext cx="5164903" cy="519429"/>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2" y="3008139"/>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2" y="3134786"/>
            <a:ext cx="5164903" cy="519429"/>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2" y="3654215"/>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2" y="3782197"/>
            <a:ext cx="5164903" cy="519429"/>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2" y="4301627"/>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2" y="4437910"/>
            <a:ext cx="5164903" cy="519429"/>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2" y="4957339"/>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2" y="5085322"/>
            <a:ext cx="5164903" cy="519429"/>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2" y="5604751"/>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2" y="5732732"/>
            <a:ext cx="5164903" cy="519429"/>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2" y="6252161"/>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4" y="1854282"/>
            <a:ext cx="431573"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4" y="2491846"/>
            <a:ext cx="431573"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4" y="3129408"/>
            <a:ext cx="431573"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4" y="3766972"/>
            <a:ext cx="431573"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4" y="4426906"/>
            <a:ext cx="431573"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4" y="5075655"/>
            <a:ext cx="431573"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4" y="5713218"/>
            <a:ext cx="431573"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7</a:t>
            </a:r>
          </a:p>
        </p:txBody>
      </p:sp>
      <p:sp>
        <p:nvSpPr>
          <p:cNvPr id="25" name="Title 1">
            <a:extLst>
              <a:ext uri="{FF2B5EF4-FFF2-40B4-BE49-F238E27FC236}">
                <a16:creationId xmlns:a16="http://schemas.microsoft.com/office/drawing/2014/main" id="{A0AA2A56-F538-DA4E-8458-CB5C4564F7D0}"/>
              </a:ext>
            </a:extLst>
          </p:cNvPr>
          <p:cNvSpPr>
            <a:spLocks noGrp="1"/>
          </p:cNvSpPr>
          <p:nvPr>
            <p:ph type="title" hasCustomPrompt="1"/>
          </p:nvPr>
        </p:nvSpPr>
        <p:spPr>
          <a:xfrm>
            <a:off x="457200" y="-633"/>
            <a:ext cx="3211689" cy="1280158"/>
          </a:xfrm>
        </p:spPr>
        <p:txBody>
          <a:bodyPr/>
          <a:lstStyle/>
          <a:p>
            <a:r>
              <a:rPr lang="en-US" dirty="0"/>
              <a:t>Contents</a:t>
            </a:r>
          </a:p>
        </p:txBody>
      </p:sp>
    </p:spTree>
    <p:extLst>
      <p:ext uri="{BB962C8B-B14F-4D97-AF65-F5344CB8AC3E}">
        <p14:creationId xmlns:p14="http://schemas.microsoft.com/office/powerpoint/2010/main" val="1335091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OC Slide - Main">
    <p:spTree>
      <p:nvGrpSpPr>
        <p:cNvPr id="1" name=""/>
        <p:cNvGrpSpPr/>
        <p:nvPr/>
      </p:nvGrpSpPr>
      <p:grpSpPr>
        <a:xfrm>
          <a:off x="0" y="0"/>
          <a:ext cx="0" cy="0"/>
          <a:chOff x="0" y="0"/>
          <a:chExt cx="0" cy="0"/>
        </a:xfrm>
      </p:grpSpPr>
      <p:sp>
        <p:nvSpPr>
          <p:cNvPr id="4" name="TextBox 3"/>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34" name="Text Placeholder 6"/>
          <p:cNvSpPr>
            <a:spLocks noGrp="1"/>
          </p:cNvSpPr>
          <p:nvPr>
            <p:ph type="body" sz="quarter" idx="11" hasCustomPrompt="1"/>
          </p:nvPr>
        </p:nvSpPr>
        <p:spPr>
          <a:xfrm>
            <a:off x="983662" y="1849598"/>
            <a:ext cx="5164903" cy="519429"/>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2" y="2369027"/>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2" y="2488710"/>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Section Name</a:t>
            </a:r>
          </a:p>
        </p:txBody>
      </p:sp>
      <p:cxnSp>
        <p:nvCxnSpPr>
          <p:cNvPr id="40" name="Straight Connector 39"/>
          <p:cNvCxnSpPr/>
          <p:nvPr userDrawn="1"/>
        </p:nvCxnSpPr>
        <p:spPr>
          <a:xfrm>
            <a:off x="983662" y="3008139"/>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2" y="3134786"/>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2" y="3654215"/>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2" y="3782197"/>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2" y="4301627"/>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2" y="4437910"/>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2" y="4957339"/>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2" y="5085322"/>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2" y="5604751"/>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2" y="5732732"/>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2" y="6252161"/>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4" y="1854282"/>
            <a:ext cx="431573"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4" y="2491846"/>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4" y="3129408"/>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4" y="3766972"/>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4" y="4426906"/>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4" y="5075655"/>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4" y="5713218"/>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7</a:t>
            </a:r>
          </a:p>
        </p:txBody>
      </p:sp>
      <p:sp>
        <p:nvSpPr>
          <p:cNvPr id="25" name="Title 1">
            <a:extLst>
              <a:ext uri="{FF2B5EF4-FFF2-40B4-BE49-F238E27FC236}">
                <a16:creationId xmlns:a16="http://schemas.microsoft.com/office/drawing/2014/main" id="{79F8898F-AC69-104F-9BE2-7130B6D94B2B}"/>
              </a:ext>
            </a:extLst>
          </p:cNvPr>
          <p:cNvSpPr>
            <a:spLocks noGrp="1"/>
          </p:cNvSpPr>
          <p:nvPr>
            <p:ph type="title" hasCustomPrompt="1"/>
          </p:nvPr>
        </p:nvSpPr>
        <p:spPr>
          <a:xfrm>
            <a:off x="457200" y="-633"/>
            <a:ext cx="3211689" cy="1280158"/>
          </a:xfrm>
        </p:spPr>
        <p:txBody>
          <a:bodyPr/>
          <a:lstStyle/>
          <a:p>
            <a:r>
              <a:rPr lang="en-US" dirty="0"/>
              <a:t>Contents</a:t>
            </a:r>
          </a:p>
        </p:txBody>
      </p:sp>
    </p:spTree>
    <p:extLst>
      <p:ext uri="{BB962C8B-B14F-4D97-AF65-F5344CB8AC3E}">
        <p14:creationId xmlns:p14="http://schemas.microsoft.com/office/powerpoint/2010/main" val="31425960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OC Slide - Main">
    <p:spTree>
      <p:nvGrpSpPr>
        <p:cNvPr id="1" name=""/>
        <p:cNvGrpSpPr/>
        <p:nvPr/>
      </p:nvGrpSpPr>
      <p:grpSpPr>
        <a:xfrm>
          <a:off x="0" y="0"/>
          <a:ext cx="0" cy="0"/>
          <a:chOff x="0" y="0"/>
          <a:chExt cx="0" cy="0"/>
        </a:xfrm>
      </p:grpSpPr>
      <p:sp>
        <p:nvSpPr>
          <p:cNvPr id="4" name="TextBox 3"/>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34" name="Text Placeholder 6"/>
          <p:cNvSpPr>
            <a:spLocks noGrp="1"/>
          </p:cNvSpPr>
          <p:nvPr>
            <p:ph type="body" sz="quarter" idx="11" hasCustomPrompt="1"/>
          </p:nvPr>
        </p:nvSpPr>
        <p:spPr>
          <a:xfrm>
            <a:off x="983662" y="1849598"/>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Section Name</a:t>
            </a:r>
          </a:p>
        </p:txBody>
      </p:sp>
      <p:cxnSp>
        <p:nvCxnSpPr>
          <p:cNvPr id="37" name="Straight Connector 36"/>
          <p:cNvCxnSpPr/>
          <p:nvPr userDrawn="1"/>
        </p:nvCxnSpPr>
        <p:spPr>
          <a:xfrm>
            <a:off x="983662" y="2369027"/>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2" y="2488710"/>
            <a:ext cx="5164903" cy="519429"/>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2" y="3008139"/>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2" y="3134786"/>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2" y="3654215"/>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2" y="3782197"/>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2" y="4301627"/>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2" y="4437910"/>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2" y="4957339"/>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2" y="5085322"/>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2" y="5604751"/>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2" y="5732732"/>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2" y="6252161"/>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4" y="1854282"/>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4" y="2491846"/>
            <a:ext cx="431573"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4" y="3129408"/>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4" y="3766972"/>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4" y="4426906"/>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4" y="5075655"/>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4" y="5713218"/>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7</a:t>
            </a:r>
          </a:p>
        </p:txBody>
      </p:sp>
      <p:sp>
        <p:nvSpPr>
          <p:cNvPr id="25" name="Title 1">
            <a:extLst>
              <a:ext uri="{FF2B5EF4-FFF2-40B4-BE49-F238E27FC236}">
                <a16:creationId xmlns:a16="http://schemas.microsoft.com/office/drawing/2014/main" id="{BB1490BD-46ED-F34C-8E5A-F06510794AD0}"/>
              </a:ext>
            </a:extLst>
          </p:cNvPr>
          <p:cNvSpPr>
            <a:spLocks noGrp="1"/>
          </p:cNvSpPr>
          <p:nvPr>
            <p:ph type="title" hasCustomPrompt="1"/>
          </p:nvPr>
        </p:nvSpPr>
        <p:spPr>
          <a:xfrm>
            <a:off x="457200" y="-633"/>
            <a:ext cx="3211689" cy="1280158"/>
          </a:xfrm>
        </p:spPr>
        <p:txBody>
          <a:bodyPr/>
          <a:lstStyle/>
          <a:p>
            <a:r>
              <a:rPr lang="en-US" dirty="0"/>
              <a:t>Contents</a:t>
            </a:r>
          </a:p>
        </p:txBody>
      </p:sp>
    </p:spTree>
    <p:extLst>
      <p:ext uri="{BB962C8B-B14F-4D97-AF65-F5344CB8AC3E}">
        <p14:creationId xmlns:p14="http://schemas.microsoft.com/office/powerpoint/2010/main" val="15394671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TOC Slide - Main">
    <p:spTree>
      <p:nvGrpSpPr>
        <p:cNvPr id="1" name=""/>
        <p:cNvGrpSpPr/>
        <p:nvPr/>
      </p:nvGrpSpPr>
      <p:grpSpPr>
        <a:xfrm>
          <a:off x="0" y="0"/>
          <a:ext cx="0" cy="0"/>
          <a:chOff x="0" y="0"/>
          <a:chExt cx="0" cy="0"/>
        </a:xfrm>
      </p:grpSpPr>
      <p:sp>
        <p:nvSpPr>
          <p:cNvPr id="4" name="TextBox 3"/>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34" name="Text Placeholder 6"/>
          <p:cNvSpPr>
            <a:spLocks noGrp="1"/>
          </p:cNvSpPr>
          <p:nvPr>
            <p:ph type="body" sz="quarter" idx="11" hasCustomPrompt="1"/>
          </p:nvPr>
        </p:nvSpPr>
        <p:spPr>
          <a:xfrm>
            <a:off x="983662" y="1849598"/>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Section Name</a:t>
            </a:r>
          </a:p>
        </p:txBody>
      </p:sp>
      <p:cxnSp>
        <p:nvCxnSpPr>
          <p:cNvPr id="37" name="Straight Connector 36"/>
          <p:cNvCxnSpPr/>
          <p:nvPr userDrawn="1"/>
        </p:nvCxnSpPr>
        <p:spPr>
          <a:xfrm>
            <a:off x="983662" y="2369027"/>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2" y="2488710"/>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2" y="3008139"/>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2" y="3134786"/>
            <a:ext cx="5164903" cy="519429"/>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2" y="3654215"/>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2" y="3782197"/>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2" y="4301627"/>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2" y="4437910"/>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2" y="4957339"/>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2" y="5085322"/>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2" y="5604751"/>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2" y="5732732"/>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2" y="6252161"/>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4" y="1854282"/>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4" y="2491846"/>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4" y="3129408"/>
            <a:ext cx="431573"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4" y="3766972"/>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4" y="4426906"/>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4" y="5075655"/>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4" y="5713218"/>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7</a:t>
            </a:r>
          </a:p>
        </p:txBody>
      </p:sp>
      <p:sp>
        <p:nvSpPr>
          <p:cNvPr id="25" name="Title 1">
            <a:extLst>
              <a:ext uri="{FF2B5EF4-FFF2-40B4-BE49-F238E27FC236}">
                <a16:creationId xmlns:a16="http://schemas.microsoft.com/office/drawing/2014/main" id="{ED7A1DB1-627F-7145-B737-C0B10B0F677C}"/>
              </a:ext>
            </a:extLst>
          </p:cNvPr>
          <p:cNvSpPr>
            <a:spLocks noGrp="1"/>
          </p:cNvSpPr>
          <p:nvPr>
            <p:ph type="title" hasCustomPrompt="1"/>
          </p:nvPr>
        </p:nvSpPr>
        <p:spPr>
          <a:xfrm>
            <a:off x="457200" y="-633"/>
            <a:ext cx="3211689" cy="1280158"/>
          </a:xfrm>
        </p:spPr>
        <p:txBody>
          <a:bodyPr/>
          <a:lstStyle/>
          <a:p>
            <a:r>
              <a:rPr lang="en-US" dirty="0"/>
              <a:t>Contents</a:t>
            </a:r>
          </a:p>
        </p:txBody>
      </p:sp>
    </p:spTree>
    <p:extLst>
      <p:ext uri="{BB962C8B-B14F-4D97-AF65-F5344CB8AC3E}">
        <p14:creationId xmlns:p14="http://schemas.microsoft.com/office/powerpoint/2010/main" val="22616750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TOC Slide - Main">
    <p:spTree>
      <p:nvGrpSpPr>
        <p:cNvPr id="1" name=""/>
        <p:cNvGrpSpPr/>
        <p:nvPr/>
      </p:nvGrpSpPr>
      <p:grpSpPr>
        <a:xfrm>
          <a:off x="0" y="0"/>
          <a:ext cx="0" cy="0"/>
          <a:chOff x="0" y="0"/>
          <a:chExt cx="0" cy="0"/>
        </a:xfrm>
      </p:grpSpPr>
      <p:sp>
        <p:nvSpPr>
          <p:cNvPr id="4" name="TextBox 3"/>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34" name="Text Placeholder 6"/>
          <p:cNvSpPr>
            <a:spLocks noGrp="1"/>
          </p:cNvSpPr>
          <p:nvPr>
            <p:ph type="body" sz="quarter" idx="11" hasCustomPrompt="1"/>
          </p:nvPr>
        </p:nvSpPr>
        <p:spPr>
          <a:xfrm>
            <a:off x="983662" y="1849598"/>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Section Name</a:t>
            </a:r>
          </a:p>
        </p:txBody>
      </p:sp>
      <p:cxnSp>
        <p:nvCxnSpPr>
          <p:cNvPr id="37" name="Straight Connector 36"/>
          <p:cNvCxnSpPr/>
          <p:nvPr userDrawn="1"/>
        </p:nvCxnSpPr>
        <p:spPr>
          <a:xfrm>
            <a:off x="983662" y="2369027"/>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2" y="2488710"/>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2" y="3008139"/>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2" y="3134786"/>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2" y="3654215"/>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2" y="3782197"/>
            <a:ext cx="5164903" cy="519429"/>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2" y="4301627"/>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2" y="4437910"/>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2" y="4957339"/>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2" y="5085322"/>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2" y="5604751"/>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2" y="5732732"/>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2" y="6252161"/>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4" y="1854282"/>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4" y="2491846"/>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4" y="3129408"/>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4" y="3766972"/>
            <a:ext cx="431573"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4" y="4426906"/>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4" y="5075655"/>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4" y="5713218"/>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7</a:t>
            </a:r>
          </a:p>
        </p:txBody>
      </p:sp>
      <p:sp>
        <p:nvSpPr>
          <p:cNvPr id="25" name="Title 1">
            <a:extLst>
              <a:ext uri="{FF2B5EF4-FFF2-40B4-BE49-F238E27FC236}">
                <a16:creationId xmlns:a16="http://schemas.microsoft.com/office/drawing/2014/main" id="{A05EBD8B-7BEC-E443-BC8B-6CA086392332}"/>
              </a:ext>
            </a:extLst>
          </p:cNvPr>
          <p:cNvSpPr>
            <a:spLocks noGrp="1"/>
          </p:cNvSpPr>
          <p:nvPr>
            <p:ph type="title" hasCustomPrompt="1"/>
          </p:nvPr>
        </p:nvSpPr>
        <p:spPr>
          <a:xfrm>
            <a:off x="457200" y="-633"/>
            <a:ext cx="3211689" cy="1280158"/>
          </a:xfrm>
        </p:spPr>
        <p:txBody>
          <a:bodyPr/>
          <a:lstStyle/>
          <a:p>
            <a:r>
              <a:rPr lang="en-US" dirty="0"/>
              <a:t>Contents</a:t>
            </a:r>
          </a:p>
        </p:txBody>
      </p:sp>
    </p:spTree>
    <p:extLst>
      <p:ext uri="{BB962C8B-B14F-4D97-AF65-F5344CB8AC3E}">
        <p14:creationId xmlns:p14="http://schemas.microsoft.com/office/powerpoint/2010/main" val="25565169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OC Slide - Main">
    <p:spTree>
      <p:nvGrpSpPr>
        <p:cNvPr id="1" name=""/>
        <p:cNvGrpSpPr/>
        <p:nvPr/>
      </p:nvGrpSpPr>
      <p:grpSpPr>
        <a:xfrm>
          <a:off x="0" y="0"/>
          <a:ext cx="0" cy="0"/>
          <a:chOff x="0" y="0"/>
          <a:chExt cx="0" cy="0"/>
        </a:xfrm>
      </p:grpSpPr>
      <p:sp>
        <p:nvSpPr>
          <p:cNvPr id="4" name="TextBox 3"/>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34" name="Text Placeholder 6"/>
          <p:cNvSpPr>
            <a:spLocks noGrp="1"/>
          </p:cNvSpPr>
          <p:nvPr>
            <p:ph type="body" sz="quarter" idx="11" hasCustomPrompt="1"/>
          </p:nvPr>
        </p:nvSpPr>
        <p:spPr>
          <a:xfrm>
            <a:off x="983662" y="1849598"/>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Section Name</a:t>
            </a:r>
          </a:p>
        </p:txBody>
      </p:sp>
      <p:cxnSp>
        <p:nvCxnSpPr>
          <p:cNvPr id="37" name="Straight Connector 36"/>
          <p:cNvCxnSpPr/>
          <p:nvPr userDrawn="1"/>
        </p:nvCxnSpPr>
        <p:spPr>
          <a:xfrm>
            <a:off x="983662" y="2369027"/>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2" y="2488710"/>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2" y="3008139"/>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2" y="3134786"/>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2" y="3654215"/>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2" y="3782197"/>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2" y="4301627"/>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2" y="4437910"/>
            <a:ext cx="5164903" cy="519429"/>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2" y="4957339"/>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2" y="5085322"/>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2" y="5604751"/>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2" y="5732732"/>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2" y="6252161"/>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4" y="1854282"/>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4" y="2491846"/>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4" y="3129408"/>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4" y="3766972"/>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4" y="4426906"/>
            <a:ext cx="431573"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4" y="5075655"/>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4" y="5713218"/>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7</a:t>
            </a:r>
          </a:p>
        </p:txBody>
      </p:sp>
      <p:sp>
        <p:nvSpPr>
          <p:cNvPr id="25" name="Title 1">
            <a:extLst>
              <a:ext uri="{FF2B5EF4-FFF2-40B4-BE49-F238E27FC236}">
                <a16:creationId xmlns:a16="http://schemas.microsoft.com/office/drawing/2014/main" id="{BAD1C534-8A0D-174B-8E9E-CF92EBC52353}"/>
              </a:ext>
            </a:extLst>
          </p:cNvPr>
          <p:cNvSpPr>
            <a:spLocks noGrp="1"/>
          </p:cNvSpPr>
          <p:nvPr>
            <p:ph type="title" hasCustomPrompt="1"/>
          </p:nvPr>
        </p:nvSpPr>
        <p:spPr>
          <a:xfrm>
            <a:off x="457200" y="-633"/>
            <a:ext cx="3211689" cy="1280158"/>
          </a:xfrm>
        </p:spPr>
        <p:txBody>
          <a:bodyPr/>
          <a:lstStyle/>
          <a:p>
            <a:r>
              <a:rPr lang="en-US" dirty="0"/>
              <a:t>Contents</a:t>
            </a:r>
          </a:p>
        </p:txBody>
      </p:sp>
    </p:spTree>
    <p:extLst>
      <p:ext uri="{BB962C8B-B14F-4D97-AF65-F5344CB8AC3E}">
        <p14:creationId xmlns:p14="http://schemas.microsoft.com/office/powerpoint/2010/main" val="40822584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OC Slide - Main">
    <p:spTree>
      <p:nvGrpSpPr>
        <p:cNvPr id="1" name=""/>
        <p:cNvGrpSpPr/>
        <p:nvPr/>
      </p:nvGrpSpPr>
      <p:grpSpPr>
        <a:xfrm>
          <a:off x="0" y="0"/>
          <a:ext cx="0" cy="0"/>
          <a:chOff x="0" y="0"/>
          <a:chExt cx="0" cy="0"/>
        </a:xfrm>
      </p:grpSpPr>
      <p:sp>
        <p:nvSpPr>
          <p:cNvPr id="4" name="TextBox 3"/>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34" name="Text Placeholder 6"/>
          <p:cNvSpPr>
            <a:spLocks noGrp="1"/>
          </p:cNvSpPr>
          <p:nvPr>
            <p:ph type="body" sz="quarter" idx="11" hasCustomPrompt="1"/>
          </p:nvPr>
        </p:nvSpPr>
        <p:spPr>
          <a:xfrm>
            <a:off x="983662" y="1849598"/>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Section Name</a:t>
            </a:r>
          </a:p>
        </p:txBody>
      </p:sp>
      <p:cxnSp>
        <p:nvCxnSpPr>
          <p:cNvPr id="37" name="Straight Connector 36"/>
          <p:cNvCxnSpPr/>
          <p:nvPr userDrawn="1"/>
        </p:nvCxnSpPr>
        <p:spPr>
          <a:xfrm>
            <a:off x="983662" y="2369027"/>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2" y="2488710"/>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2" y="3008139"/>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2" y="3134786"/>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2" y="3654215"/>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2" y="3782197"/>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2" y="4301627"/>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2" y="4437910"/>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2" y="4957339"/>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2" y="5085322"/>
            <a:ext cx="5164903" cy="519429"/>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2" y="5604751"/>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2" y="5732732"/>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2" y="6252161"/>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4" y="1854282"/>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4" y="2491846"/>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4" y="3129408"/>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4" y="3766972"/>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4" y="4426906"/>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4" y="5075655"/>
            <a:ext cx="431573"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4" y="5713218"/>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7</a:t>
            </a:r>
          </a:p>
        </p:txBody>
      </p:sp>
      <p:sp>
        <p:nvSpPr>
          <p:cNvPr id="25" name="Title 1">
            <a:extLst>
              <a:ext uri="{FF2B5EF4-FFF2-40B4-BE49-F238E27FC236}">
                <a16:creationId xmlns:a16="http://schemas.microsoft.com/office/drawing/2014/main" id="{AF511769-8B51-AF49-A9B5-60BEAF9F2AB3}"/>
              </a:ext>
            </a:extLst>
          </p:cNvPr>
          <p:cNvSpPr>
            <a:spLocks noGrp="1"/>
          </p:cNvSpPr>
          <p:nvPr>
            <p:ph type="title" hasCustomPrompt="1"/>
          </p:nvPr>
        </p:nvSpPr>
        <p:spPr>
          <a:xfrm>
            <a:off x="457200" y="-633"/>
            <a:ext cx="3211689" cy="1280158"/>
          </a:xfrm>
        </p:spPr>
        <p:txBody>
          <a:bodyPr/>
          <a:lstStyle/>
          <a:p>
            <a:r>
              <a:rPr lang="en-US" dirty="0"/>
              <a:t>Contents</a:t>
            </a:r>
          </a:p>
        </p:txBody>
      </p:sp>
    </p:spTree>
    <p:extLst>
      <p:ext uri="{BB962C8B-B14F-4D97-AF65-F5344CB8AC3E}">
        <p14:creationId xmlns:p14="http://schemas.microsoft.com/office/powerpoint/2010/main" val="130032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_TOC Slide - Main">
    <p:spTree>
      <p:nvGrpSpPr>
        <p:cNvPr id="1" name=""/>
        <p:cNvGrpSpPr/>
        <p:nvPr/>
      </p:nvGrpSpPr>
      <p:grpSpPr>
        <a:xfrm>
          <a:off x="0" y="0"/>
          <a:ext cx="0" cy="0"/>
          <a:chOff x="0" y="0"/>
          <a:chExt cx="0" cy="0"/>
        </a:xfrm>
      </p:grpSpPr>
      <p:sp>
        <p:nvSpPr>
          <p:cNvPr id="4" name="TextBox 3"/>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34" name="Text Placeholder 6"/>
          <p:cNvSpPr>
            <a:spLocks noGrp="1"/>
          </p:cNvSpPr>
          <p:nvPr>
            <p:ph type="body" sz="quarter" idx="11" hasCustomPrompt="1"/>
          </p:nvPr>
        </p:nvSpPr>
        <p:spPr>
          <a:xfrm>
            <a:off x="983662" y="1849598"/>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Section Name</a:t>
            </a:r>
          </a:p>
        </p:txBody>
      </p:sp>
      <p:cxnSp>
        <p:nvCxnSpPr>
          <p:cNvPr id="37" name="Straight Connector 36"/>
          <p:cNvCxnSpPr/>
          <p:nvPr userDrawn="1"/>
        </p:nvCxnSpPr>
        <p:spPr>
          <a:xfrm>
            <a:off x="983662" y="2369027"/>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2" y="2488710"/>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2" y="3008139"/>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2" y="3134786"/>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2" y="3654215"/>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2" y="3782197"/>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2" y="4301627"/>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2" y="4437910"/>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2" y="4957339"/>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2" y="5085322"/>
            <a:ext cx="5164903" cy="519429"/>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2" y="5604751"/>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2" y="5732732"/>
            <a:ext cx="5164903" cy="519429"/>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2" y="6252161"/>
            <a:ext cx="5164903"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4" y="1854282"/>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4" y="2491846"/>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4" y="3129408"/>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4" y="3766972"/>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4" y="4426906"/>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4" y="5075655"/>
            <a:ext cx="431573"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4" y="5713218"/>
            <a:ext cx="431573"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t>7</a:t>
            </a:r>
          </a:p>
        </p:txBody>
      </p:sp>
      <p:sp>
        <p:nvSpPr>
          <p:cNvPr id="25" name="Title 1">
            <a:extLst>
              <a:ext uri="{FF2B5EF4-FFF2-40B4-BE49-F238E27FC236}">
                <a16:creationId xmlns:a16="http://schemas.microsoft.com/office/drawing/2014/main" id="{6EE2993B-C501-0941-B66B-7CC9F00681D1}"/>
              </a:ext>
            </a:extLst>
          </p:cNvPr>
          <p:cNvSpPr>
            <a:spLocks noGrp="1"/>
          </p:cNvSpPr>
          <p:nvPr>
            <p:ph type="title" hasCustomPrompt="1"/>
          </p:nvPr>
        </p:nvSpPr>
        <p:spPr>
          <a:xfrm>
            <a:off x="457200" y="-633"/>
            <a:ext cx="3211689" cy="1280158"/>
          </a:xfrm>
        </p:spPr>
        <p:txBody>
          <a:bodyPr/>
          <a:lstStyle/>
          <a:p>
            <a:r>
              <a:rPr lang="en-US" dirty="0"/>
              <a:t>Contents</a:t>
            </a:r>
          </a:p>
        </p:txBody>
      </p:sp>
    </p:spTree>
    <p:extLst>
      <p:ext uri="{BB962C8B-B14F-4D97-AF65-F5344CB8AC3E}">
        <p14:creationId xmlns:p14="http://schemas.microsoft.com/office/powerpoint/2010/main" val="2075511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ransition Slide - Whit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656993" y="1541606"/>
            <a:ext cx="4945300" cy="2068823"/>
          </a:xfrm>
          <a:noFill/>
        </p:spPr>
        <p:txBody>
          <a:bodyPr lIns="274320" tIns="0" rIns="274320" bIns="0" anchor="b" anchorCtr="0">
            <a:noAutofit/>
          </a:bodyPr>
          <a:lstStyle>
            <a:lvl1pPr algn="l">
              <a:defRPr sz="3000" baseline="0">
                <a:solidFill>
                  <a:srgbClr val="333333"/>
                </a:solidFill>
              </a:defRPr>
            </a:lvl1pPr>
          </a:lstStyle>
          <a:p>
            <a:r>
              <a:rPr lang="en-US"/>
              <a:t>Transition Slide Title</a:t>
            </a:r>
          </a:p>
        </p:txBody>
      </p:sp>
      <p:sp>
        <p:nvSpPr>
          <p:cNvPr id="7" name="Text Placeholder 20"/>
          <p:cNvSpPr>
            <a:spLocks noGrp="1"/>
          </p:cNvSpPr>
          <p:nvPr>
            <p:ph type="body" sz="quarter" idx="11" hasCustomPrompt="1"/>
          </p:nvPr>
        </p:nvSpPr>
        <p:spPr>
          <a:xfrm>
            <a:off x="656991" y="4035091"/>
            <a:ext cx="4945301" cy="1035839"/>
          </a:xfrm>
          <a:prstGeom prst="rect">
            <a:avLst/>
          </a:prstGeom>
          <a:noFill/>
          <a:ln>
            <a:noFill/>
          </a:ln>
        </p:spPr>
        <p:txBody>
          <a:bodyPr vert="horz" lIns="274320" tIns="0" rIns="182880" bIns="0" anchor="t" anchorCtr="0">
            <a:noAutofit/>
          </a:bodyPr>
          <a:lstStyle>
            <a:lvl1pPr marL="0" indent="0">
              <a:buNone/>
              <a:defRPr sz="1800" baseline="0">
                <a:solidFill>
                  <a:srgbClr val="333333"/>
                </a:solidFill>
              </a:defRPr>
            </a:lvl1pPr>
          </a:lstStyle>
          <a:p>
            <a:pPr lvl="0"/>
            <a:r>
              <a:rPr lang="en-US"/>
              <a:t>Subtitle or additional text</a:t>
            </a:r>
          </a:p>
        </p:txBody>
      </p:sp>
      <p:cxnSp>
        <p:nvCxnSpPr>
          <p:cNvPr id="9" name="Straight Connector 8"/>
          <p:cNvCxnSpPr/>
          <p:nvPr userDrawn="1"/>
        </p:nvCxnSpPr>
        <p:spPr>
          <a:xfrm>
            <a:off x="876079" y="3828143"/>
            <a:ext cx="4726213" cy="0"/>
          </a:xfrm>
          <a:prstGeom prst="line">
            <a:avLst/>
          </a:prstGeom>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37483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ransition Slide - Blue">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itle 1"/>
          <p:cNvSpPr>
            <a:spLocks noGrp="1"/>
          </p:cNvSpPr>
          <p:nvPr>
            <p:ph type="title" hasCustomPrompt="1"/>
          </p:nvPr>
        </p:nvSpPr>
        <p:spPr>
          <a:xfrm>
            <a:off x="656993" y="1541606"/>
            <a:ext cx="4945300" cy="2068823"/>
          </a:xfrm>
          <a:noFill/>
        </p:spPr>
        <p:txBody>
          <a:bodyPr lIns="274320" tIns="0" rIns="274320" bIns="0" anchor="b" anchorCtr="0">
            <a:noAutofit/>
          </a:bodyPr>
          <a:lstStyle>
            <a:lvl1pPr algn="l">
              <a:defRPr sz="3000" baseline="0">
                <a:solidFill>
                  <a:schemeClr val="bg1"/>
                </a:solidFill>
              </a:defRPr>
            </a:lvl1pPr>
          </a:lstStyle>
          <a:p>
            <a:r>
              <a:rPr lang="en-US"/>
              <a:t>Transition Slide Title</a:t>
            </a:r>
          </a:p>
        </p:txBody>
      </p:sp>
      <p:sp>
        <p:nvSpPr>
          <p:cNvPr id="7" name="Text Placeholder 20"/>
          <p:cNvSpPr>
            <a:spLocks noGrp="1"/>
          </p:cNvSpPr>
          <p:nvPr>
            <p:ph type="body" sz="quarter" idx="11" hasCustomPrompt="1"/>
          </p:nvPr>
        </p:nvSpPr>
        <p:spPr>
          <a:xfrm>
            <a:off x="656991" y="4035091"/>
            <a:ext cx="4945301" cy="1035839"/>
          </a:xfrm>
          <a:prstGeom prst="rect">
            <a:avLst/>
          </a:prstGeom>
          <a:noFill/>
          <a:ln>
            <a:noFill/>
          </a:ln>
        </p:spPr>
        <p:txBody>
          <a:bodyPr vert="horz" lIns="274320" tIns="0" rIns="182880" bIns="0" anchor="t" anchorCtr="0">
            <a:noAutofit/>
          </a:bodyPr>
          <a:lstStyle>
            <a:lvl1pPr marL="0" indent="0">
              <a:buNone/>
              <a:defRPr sz="1800" baseline="0">
                <a:solidFill>
                  <a:schemeClr val="bg1"/>
                </a:solidFill>
              </a:defRPr>
            </a:lvl1pPr>
          </a:lstStyle>
          <a:p>
            <a:pPr lvl="0"/>
            <a:r>
              <a:rPr lang="en-US"/>
              <a:t>Subtitle or additional text</a:t>
            </a:r>
          </a:p>
        </p:txBody>
      </p:sp>
      <p:cxnSp>
        <p:nvCxnSpPr>
          <p:cNvPr id="9" name="Straight Connector 8"/>
          <p:cNvCxnSpPr/>
          <p:nvPr userDrawn="1"/>
        </p:nvCxnSpPr>
        <p:spPr>
          <a:xfrm>
            <a:off x="876079" y="3828143"/>
            <a:ext cx="4726213"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46188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Key Messaging - Large Photo">
    <p:spTree>
      <p:nvGrpSpPr>
        <p:cNvPr id="1" name=""/>
        <p:cNvGrpSpPr/>
        <p:nvPr/>
      </p:nvGrpSpPr>
      <p:grpSpPr>
        <a:xfrm>
          <a:off x="0" y="0"/>
          <a:ext cx="0" cy="0"/>
          <a:chOff x="0" y="0"/>
          <a:chExt cx="0" cy="0"/>
        </a:xfrm>
      </p:grpSpPr>
      <p:sp>
        <p:nvSpPr>
          <p:cNvPr id="10" name="Picture Placeholder 9"/>
          <p:cNvSpPr>
            <a:spLocks noGrp="1"/>
          </p:cNvSpPr>
          <p:nvPr>
            <p:ph type="pic" sz="quarter" idx="11" hasCustomPrompt="1"/>
          </p:nvPr>
        </p:nvSpPr>
        <p:spPr>
          <a:xfrm>
            <a:off x="0" y="0"/>
            <a:ext cx="9144000" cy="6858000"/>
          </a:xfrm>
          <a:prstGeom prst="rect">
            <a:avLst/>
          </a:prstGeom>
          <a:solidFill>
            <a:srgbClr val="F2F2F2"/>
          </a:solidFill>
        </p:spPr>
        <p:txBody>
          <a:bodyPr vert="horz"/>
          <a:lstStyle>
            <a:lvl1pPr marL="0" indent="0" algn="ctr">
              <a:buNone/>
              <a:defRPr/>
            </a:lvl1pPr>
          </a:lstStyle>
          <a:p>
            <a:r>
              <a:rPr lang="en-US"/>
              <a:t>Insert a large image here</a:t>
            </a:r>
          </a:p>
        </p:txBody>
      </p:sp>
      <p:sp>
        <p:nvSpPr>
          <p:cNvPr id="8" name="Text Placeholder 7"/>
          <p:cNvSpPr>
            <a:spLocks noGrp="1"/>
          </p:cNvSpPr>
          <p:nvPr>
            <p:ph type="body" sz="quarter" idx="10" hasCustomPrompt="1"/>
          </p:nvPr>
        </p:nvSpPr>
        <p:spPr>
          <a:xfrm>
            <a:off x="0" y="2106198"/>
            <a:ext cx="5911604" cy="759182"/>
          </a:xfrm>
          <a:prstGeom prst="rect">
            <a:avLst/>
          </a:prstGeom>
          <a:solidFill>
            <a:srgbClr val="000000">
              <a:alpha val="75000"/>
            </a:srgbClr>
          </a:solidFill>
        </p:spPr>
        <p:txBody>
          <a:bodyPr vert="horz" wrap="none" lIns="457200" tIns="0" rIns="274320" bIns="91440" anchor="ctr" anchorCtr="0">
            <a:spAutoFit/>
          </a:bodyPr>
          <a:lstStyle>
            <a:lvl1pPr marL="0" indent="0">
              <a:lnSpc>
                <a:spcPct val="110000"/>
              </a:lnSpc>
              <a:buNone/>
              <a:defRPr sz="4000">
                <a:solidFill>
                  <a:schemeClr val="bg1"/>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Key Messaging Slide One </a:t>
            </a:r>
          </a:p>
        </p:txBody>
      </p:sp>
      <p:sp>
        <p:nvSpPr>
          <p:cNvPr id="11" name="Text Placeholder 7"/>
          <p:cNvSpPr>
            <a:spLocks noGrp="1"/>
          </p:cNvSpPr>
          <p:nvPr>
            <p:ph type="body" sz="quarter" idx="12" hasCustomPrompt="1"/>
          </p:nvPr>
        </p:nvSpPr>
        <p:spPr>
          <a:xfrm>
            <a:off x="0" y="2919704"/>
            <a:ext cx="3903593" cy="759182"/>
          </a:xfrm>
          <a:prstGeom prst="rect">
            <a:avLst/>
          </a:prstGeom>
          <a:solidFill>
            <a:srgbClr val="000000">
              <a:alpha val="75000"/>
            </a:srgbClr>
          </a:solidFill>
        </p:spPr>
        <p:txBody>
          <a:bodyPr vert="horz" wrap="none" lIns="457200" tIns="0" rIns="274320" bIns="91440" anchor="ctr" anchorCtr="0">
            <a:spAutoFit/>
          </a:bodyPr>
          <a:lstStyle>
            <a:lvl1pPr marL="0" indent="0">
              <a:lnSpc>
                <a:spcPct val="110000"/>
              </a:lnSpc>
              <a:buNone/>
              <a:defRPr sz="4000" baseline="0">
                <a:solidFill>
                  <a:schemeClr val="bg1"/>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Transition slide</a:t>
            </a:r>
          </a:p>
        </p:txBody>
      </p:sp>
      <p:sp>
        <p:nvSpPr>
          <p:cNvPr id="5" name="TextBox 4"/>
          <p:cNvSpPr txBox="1"/>
          <p:nvPr userDrawn="1"/>
        </p:nvSpPr>
        <p:spPr>
          <a:xfrm>
            <a:off x="4946038" y="6654801"/>
            <a:ext cx="4045186" cy="107722"/>
          </a:xfrm>
          <a:prstGeom prst="rect">
            <a:avLst/>
          </a:prstGeom>
          <a:noFill/>
        </p:spPr>
        <p:txBody>
          <a:bodyPr wrap="square" lIns="0" tIns="0" rIns="0" bIns="0" rtlCol="0" anchor="ctr" anchorCtr="0">
            <a:noAutofit/>
          </a:bodyPr>
          <a:lstStyle/>
          <a:p>
            <a:pPr algn="r"/>
            <a:r>
              <a:rPr lang="en-US" sz="700"/>
              <a:t>NREL</a:t>
            </a:r>
            <a:r>
              <a:rPr lang="en-US" sz="700" baseline="0"/>
              <a:t>    </a:t>
            </a:r>
            <a:r>
              <a:rPr lang="en-US" sz="700"/>
              <a:t>|    </a:t>
            </a:r>
            <a:fld id="{BFD71CF8-5198-8441-A7C0-DC22FD64CBE4}" type="slidenum">
              <a:rPr lang="en-US" sz="700"/>
              <a:t>‹#›</a:t>
            </a:fld>
            <a:endParaRPr lang="en-US" sz="700"/>
          </a:p>
        </p:txBody>
      </p:sp>
    </p:spTree>
    <p:extLst>
      <p:ext uri="{BB962C8B-B14F-4D97-AF65-F5344CB8AC3E}">
        <p14:creationId xmlns:p14="http://schemas.microsoft.com/office/powerpoint/2010/main" val="18161846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Slide - Half Blue - Half Photo">
    <p:spTree>
      <p:nvGrpSpPr>
        <p:cNvPr id="1" name=""/>
        <p:cNvGrpSpPr/>
        <p:nvPr/>
      </p:nvGrpSpPr>
      <p:grpSpPr>
        <a:xfrm>
          <a:off x="0" y="0"/>
          <a:ext cx="0" cy="0"/>
          <a:chOff x="0" y="0"/>
          <a:chExt cx="0" cy="0"/>
        </a:xfrm>
      </p:grpSpPr>
      <p:sp>
        <p:nvSpPr>
          <p:cNvPr id="27" name="TextBox 26"/>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4272595"/>
            <a:ext cx="9144000" cy="25854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79425" y="4715934"/>
            <a:ext cx="3308350" cy="1462617"/>
          </a:xfrm>
        </p:spPr>
        <p:txBody>
          <a:bodyPr lIns="0" tIns="0" rIns="0" bIns="0">
            <a:noAutofit/>
          </a:bodyPr>
          <a:lstStyle>
            <a:lvl1pPr marL="0" indent="0">
              <a:spcBef>
                <a:spcPts val="0"/>
              </a:spcBef>
              <a:buNone/>
              <a:defRPr sz="28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104657" y="4715934"/>
            <a:ext cx="4642454" cy="1462617"/>
          </a:xfrm>
        </p:spPr>
        <p:txBody>
          <a:bodyPr lIns="0" tIns="73152" rIns="0" bIns="0">
            <a:noAutofit/>
          </a:bodyPr>
          <a:lstStyle>
            <a:lvl1pPr marL="0" indent="0">
              <a:buNone/>
              <a:defRPr sz="2000"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bg1"/>
                </a:solidFill>
              </a:rPr>
              <a:t>NREL</a:t>
            </a:r>
            <a:r>
              <a:rPr lang="en-US" sz="800" baseline="0" dirty="0">
                <a:solidFill>
                  <a:schemeClr val="bg1"/>
                </a:solidFill>
              </a:rPr>
              <a:t>    </a:t>
            </a:r>
            <a:r>
              <a:rPr lang="en-US" sz="800" dirty="0">
                <a:solidFill>
                  <a:schemeClr val="bg1"/>
                </a:solidFill>
              </a:rPr>
              <a:t>|    </a:t>
            </a:r>
            <a:fld id="{BFD71CF8-5198-8441-A7C0-DC22FD64CBE4}" type="slidenum">
              <a:rPr lang="en-US" sz="80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bg1"/>
              </a:solidFill>
            </a:endParaRPr>
          </a:p>
        </p:txBody>
      </p:sp>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0" y="1"/>
            <a:ext cx="9144000" cy="4273551"/>
          </a:xfrm>
          <a:solidFill>
            <a:schemeClr val="bg1">
              <a:lumMod val="95000"/>
            </a:schemeClr>
          </a:solidFill>
        </p:spPr>
        <p:txBody>
          <a:bodyPr/>
          <a:lstStyle>
            <a:lvl1pPr marL="0" indent="0" algn="ctr">
              <a:buNone/>
              <a:defRPr/>
            </a:lvl1pPr>
          </a:lstStyle>
          <a:p>
            <a:r>
              <a:rPr lang="en-US" dirty="0"/>
              <a:t>Insert Photo or Graphic</a:t>
            </a:r>
          </a:p>
        </p:txBody>
      </p:sp>
    </p:spTree>
    <p:extLst>
      <p:ext uri="{BB962C8B-B14F-4D97-AF65-F5344CB8AC3E}">
        <p14:creationId xmlns:p14="http://schemas.microsoft.com/office/powerpoint/2010/main" val="13521702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ontent Slide - Half Blue 1">
    <p:spTree>
      <p:nvGrpSpPr>
        <p:cNvPr id="1" name=""/>
        <p:cNvGrpSpPr/>
        <p:nvPr/>
      </p:nvGrpSpPr>
      <p:grpSpPr>
        <a:xfrm>
          <a:off x="0" y="0"/>
          <a:ext cx="0" cy="0"/>
          <a:chOff x="0" y="0"/>
          <a:chExt cx="0" cy="0"/>
        </a:xfrm>
      </p:grpSpPr>
      <p:sp>
        <p:nvSpPr>
          <p:cNvPr id="27" name="TextBox 26"/>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4272595"/>
            <a:ext cx="9144000" cy="25854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79425" y="4715934"/>
            <a:ext cx="3308350" cy="1462617"/>
          </a:xfrm>
        </p:spPr>
        <p:txBody>
          <a:bodyPr lIns="0" tIns="0" rIns="0" bIns="0">
            <a:noAutofit/>
          </a:bodyPr>
          <a:lstStyle>
            <a:lvl1pPr marL="0" indent="0">
              <a:spcBef>
                <a:spcPts val="0"/>
              </a:spcBef>
              <a:buNone/>
              <a:defRPr sz="28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104657" y="4715934"/>
            <a:ext cx="4642454" cy="1462617"/>
          </a:xfrm>
        </p:spPr>
        <p:txBody>
          <a:bodyPr lIns="0" tIns="73152" rIns="0" bIns="0">
            <a:noAutofit/>
          </a:bodyPr>
          <a:lstStyle>
            <a:lvl1pPr marL="0" indent="0">
              <a:buNone/>
              <a:defRPr sz="2000"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bg1"/>
                </a:solidFill>
              </a:rPr>
              <a:t>NREL</a:t>
            </a:r>
            <a:r>
              <a:rPr lang="en-US" sz="800" baseline="0" dirty="0">
                <a:solidFill>
                  <a:schemeClr val="bg1"/>
                </a:solidFill>
              </a:rPr>
              <a:t>    </a:t>
            </a:r>
            <a:r>
              <a:rPr lang="en-US" sz="800" dirty="0">
                <a:solidFill>
                  <a:schemeClr val="bg1"/>
                </a:solidFill>
              </a:rPr>
              <a:t>|    </a:t>
            </a:r>
            <a:fld id="{BFD71CF8-5198-8441-A7C0-DC22FD64CBE4}" type="slidenum">
              <a:rPr lang="en-US" sz="80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bg1"/>
              </a:solidFill>
            </a:endParaRPr>
          </a:p>
        </p:txBody>
      </p:sp>
      <p:sp>
        <p:nvSpPr>
          <p:cNvPr id="10" name="Rectangle 9">
            <a:extLst>
              <a:ext uri="{FF2B5EF4-FFF2-40B4-BE49-F238E27FC236}">
                <a16:creationId xmlns:a16="http://schemas.microsoft.com/office/drawing/2014/main" id="{D0F8E801-C21C-E943-9A0D-715C66D645FB}"/>
              </a:ext>
            </a:extLst>
          </p:cNvPr>
          <p:cNvSpPr/>
          <p:nvPr userDrawn="1"/>
        </p:nvSpPr>
        <p:spPr>
          <a:xfrm>
            <a:off x="0" y="0"/>
            <a:ext cx="9144000" cy="4272595"/>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479425" y="777440"/>
            <a:ext cx="4642454" cy="1462617"/>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30473686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 Slide - Half Blue 2">
    <p:spTree>
      <p:nvGrpSpPr>
        <p:cNvPr id="1" name=""/>
        <p:cNvGrpSpPr/>
        <p:nvPr/>
      </p:nvGrpSpPr>
      <p:grpSpPr>
        <a:xfrm>
          <a:off x="0" y="0"/>
          <a:ext cx="0" cy="0"/>
          <a:chOff x="0" y="0"/>
          <a:chExt cx="0" cy="0"/>
        </a:xfrm>
      </p:grpSpPr>
      <p:sp>
        <p:nvSpPr>
          <p:cNvPr id="27" name="TextBox 26"/>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4272595"/>
            <a:ext cx="9144000" cy="25854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79425" y="4715934"/>
            <a:ext cx="3308350" cy="1462617"/>
          </a:xfrm>
        </p:spPr>
        <p:txBody>
          <a:bodyPr lIns="0" tIns="0" rIns="0" bIns="0">
            <a:noAutofit/>
          </a:bodyPr>
          <a:lstStyle>
            <a:lvl1pPr marL="0" indent="0">
              <a:spcBef>
                <a:spcPts val="0"/>
              </a:spcBef>
              <a:buNone/>
              <a:defRPr sz="28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104657" y="4715934"/>
            <a:ext cx="4642454" cy="1462617"/>
          </a:xfrm>
        </p:spPr>
        <p:txBody>
          <a:bodyPr lIns="0" tIns="73152" rIns="0" bIns="0">
            <a:noAutofit/>
          </a:bodyPr>
          <a:lstStyle>
            <a:lvl1pPr marL="0" indent="0">
              <a:buNone/>
              <a:defRPr sz="2000"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bg1"/>
                </a:solidFill>
              </a:rPr>
              <a:t>NREL</a:t>
            </a:r>
            <a:r>
              <a:rPr lang="en-US" sz="800" baseline="0" dirty="0">
                <a:solidFill>
                  <a:schemeClr val="bg1"/>
                </a:solidFill>
              </a:rPr>
              <a:t>    </a:t>
            </a:r>
            <a:r>
              <a:rPr lang="en-US" sz="800" dirty="0">
                <a:solidFill>
                  <a:schemeClr val="bg1"/>
                </a:solidFill>
              </a:rPr>
              <a:t>|    </a:t>
            </a:r>
            <a:fld id="{BFD71CF8-5198-8441-A7C0-DC22FD64CBE4}" type="slidenum">
              <a:rPr lang="en-US" sz="80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bg1"/>
              </a:solidFill>
            </a:endParaRPr>
          </a:p>
        </p:txBody>
      </p:sp>
      <p:sp>
        <p:nvSpPr>
          <p:cNvPr id="7" name="Text Placeholder 7">
            <a:extLst>
              <a:ext uri="{FF2B5EF4-FFF2-40B4-BE49-F238E27FC236}">
                <a16:creationId xmlns:a16="http://schemas.microsoft.com/office/drawing/2014/main" id="{2736CC6A-2FA9-E242-A5D0-FCF48179A1F7}"/>
              </a:ext>
            </a:extLst>
          </p:cNvPr>
          <p:cNvSpPr>
            <a:spLocks noGrp="1"/>
          </p:cNvSpPr>
          <p:nvPr>
            <p:ph type="body" sz="quarter" idx="53" hasCustomPrompt="1"/>
          </p:nvPr>
        </p:nvSpPr>
        <p:spPr>
          <a:xfrm>
            <a:off x="479425" y="777440"/>
            <a:ext cx="4642454" cy="1462617"/>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11502966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Content Slide - Half Blue 1">
    <p:spTree>
      <p:nvGrpSpPr>
        <p:cNvPr id="1" name=""/>
        <p:cNvGrpSpPr/>
        <p:nvPr/>
      </p:nvGrpSpPr>
      <p:grpSpPr>
        <a:xfrm>
          <a:off x="0" y="0"/>
          <a:ext cx="0" cy="0"/>
          <a:chOff x="0" y="0"/>
          <a:chExt cx="0" cy="0"/>
        </a:xfrm>
      </p:grpSpPr>
      <p:sp>
        <p:nvSpPr>
          <p:cNvPr id="27" name="TextBox 26"/>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5536819"/>
            <a:ext cx="9144000" cy="13211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79425" y="5759695"/>
            <a:ext cx="3308350" cy="641732"/>
          </a:xfrm>
        </p:spPr>
        <p:txBody>
          <a:bodyPr lIns="0" tIns="0" rIns="0" bIns="0">
            <a:noAutofit/>
          </a:bodyPr>
          <a:lstStyle>
            <a:lvl1pPr marL="0" indent="0">
              <a:spcBef>
                <a:spcPts val="0"/>
              </a:spcBef>
              <a:buNone/>
              <a:defRPr sz="28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104657" y="5759695"/>
            <a:ext cx="4642454" cy="641732"/>
          </a:xfrm>
        </p:spPr>
        <p:txBody>
          <a:bodyPr lIns="0" tIns="73152" rIns="0" bIns="0">
            <a:noAutofit/>
          </a:bodyPr>
          <a:lstStyle>
            <a:lvl1pPr marL="0" indent="0">
              <a:buNone/>
              <a:defRPr sz="2000"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bg1"/>
                </a:solidFill>
              </a:rPr>
              <a:t>NREL</a:t>
            </a:r>
            <a:r>
              <a:rPr lang="en-US" sz="800" baseline="0" dirty="0">
                <a:solidFill>
                  <a:schemeClr val="bg1"/>
                </a:solidFill>
              </a:rPr>
              <a:t>    </a:t>
            </a:r>
            <a:r>
              <a:rPr lang="en-US" sz="800" dirty="0">
                <a:solidFill>
                  <a:schemeClr val="bg1"/>
                </a:solidFill>
              </a:rPr>
              <a:t>|    </a:t>
            </a:r>
            <a:fld id="{BFD71CF8-5198-8441-A7C0-DC22FD64CBE4}" type="slidenum">
              <a:rPr lang="en-US" sz="80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bg1"/>
              </a:solidFill>
            </a:endParaRPr>
          </a:p>
        </p:txBody>
      </p:sp>
      <p:sp>
        <p:nvSpPr>
          <p:cNvPr id="10" name="Rectangle 9">
            <a:extLst>
              <a:ext uri="{FF2B5EF4-FFF2-40B4-BE49-F238E27FC236}">
                <a16:creationId xmlns:a16="http://schemas.microsoft.com/office/drawing/2014/main" id="{D0F8E801-C21C-E943-9A0D-715C66D645FB}"/>
              </a:ext>
            </a:extLst>
          </p:cNvPr>
          <p:cNvSpPr/>
          <p:nvPr userDrawn="1"/>
        </p:nvSpPr>
        <p:spPr>
          <a:xfrm>
            <a:off x="0" y="0"/>
            <a:ext cx="9144000" cy="553681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479425" y="777440"/>
            <a:ext cx="4642454" cy="1462617"/>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42837939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Content Slide - Half Blue 1">
    <p:spTree>
      <p:nvGrpSpPr>
        <p:cNvPr id="1" name=""/>
        <p:cNvGrpSpPr/>
        <p:nvPr/>
      </p:nvGrpSpPr>
      <p:grpSpPr>
        <a:xfrm>
          <a:off x="0" y="0"/>
          <a:ext cx="0" cy="0"/>
          <a:chOff x="0" y="0"/>
          <a:chExt cx="0" cy="0"/>
        </a:xfrm>
      </p:grpSpPr>
      <p:sp>
        <p:nvSpPr>
          <p:cNvPr id="27" name="TextBox 26"/>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5536819"/>
            <a:ext cx="9144000" cy="13211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79425" y="5759695"/>
            <a:ext cx="3308350" cy="641732"/>
          </a:xfrm>
        </p:spPr>
        <p:txBody>
          <a:bodyPr lIns="0" tIns="0" rIns="0" bIns="0">
            <a:noAutofit/>
          </a:bodyPr>
          <a:lstStyle>
            <a:lvl1pPr marL="0" indent="0">
              <a:spcBef>
                <a:spcPts val="0"/>
              </a:spcBef>
              <a:buNone/>
              <a:defRPr sz="28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104657" y="5759695"/>
            <a:ext cx="4642454" cy="641732"/>
          </a:xfrm>
        </p:spPr>
        <p:txBody>
          <a:bodyPr lIns="0" tIns="73152" rIns="0" bIns="0">
            <a:noAutofit/>
          </a:bodyPr>
          <a:lstStyle>
            <a:lvl1pPr marL="0" indent="0">
              <a:buNone/>
              <a:defRPr sz="2000"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bg1"/>
                </a:solidFill>
              </a:rPr>
              <a:t>NREL</a:t>
            </a:r>
            <a:r>
              <a:rPr lang="en-US" sz="800" baseline="0" dirty="0">
                <a:solidFill>
                  <a:schemeClr val="bg1"/>
                </a:solidFill>
              </a:rPr>
              <a:t>    </a:t>
            </a:r>
            <a:r>
              <a:rPr lang="en-US" sz="800" dirty="0">
                <a:solidFill>
                  <a:schemeClr val="bg1"/>
                </a:solidFill>
              </a:rPr>
              <a:t>|    </a:t>
            </a:r>
            <a:fld id="{BFD71CF8-5198-8441-A7C0-DC22FD64CBE4}" type="slidenum">
              <a:rPr lang="en-US" sz="80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bg1"/>
              </a:solidFill>
            </a:endParaRPr>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479425" y="777440"/>
            <a:ext cx="4642454" cy="1462617"/>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4588823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ntent Slide -  Vertical Blue/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3226702" y="0"/>
            <a:ext cx="5917298" cy="6858000"/>
          </a:xfrm>
          <a:solidFill>
            <a:schemeClr val="bg1">
              <a:lumMod val="95000"/>
            </a:schemeClr>
          </a:solidFill>
        </p:spPr>
        <p:txBody>
          <a:bodyPr/>
          <a:lstStyle>
            <a:lvl1pPr marL="0" indent="0" algn="ctr">
              <a:buNone/>
              <a:defRPr/>
            </a:lvl1pPr>
          </a:lstStyle>
          <a:p>
            <a:r>
              <a:rPr lang="en-US" dirty="0"/>
              <a:t>Insert Photo or Graphic</a:t>
            </a:r>
          </a:p>
        </p:txBody>
      </p:sp>
      <p:sp>
        <p:nvSpPr>
          <p:cNvPr id="27" name="TextBox 26"/>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72235" y="674158"/>
            <a:ext cx="2532807" cy="1462617"/>
          </a:xfrm>
        </p:spPr>
        <p:txBody>
          <a:bodyPr lIns="0" tIns="0" rIns="0" bIns="0">
            <a:noAutofit/>
          </a:bodyPr>
          <a:lstStyle>
            <a:lvl1pPr marL="0" indent="0">
              <a:spcBef>
                <a:spcPts val="0"/>
              </a:spcBef>
              <a:buNone/>
              <a:defRPr sz="24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372235" y="4754570"/>
            <a:ext cx="2532807" cy="1462617"/>
          </a:xfrm>
        </p:spPr>
        <p:txBody>
          <a:bodyPr lIns="0" tIns="0" rIns="0" bIns="0" anchor="b">
            <a:noAutofit/>
          </a:bodyPr>
          <a:lstStyle>
            <a:lvl1pPr marL="0" indent="0">
              <a:buNone/>
              <a:defRPr sz="18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Tree>
    <p:extLst>
      <p:ext uri="{BB962C8B-B14F-4D97-AF65-F5344CB8AC3E}">
        <p14:creationId xmlns:p14="http://schemas.microsoft.com/office/powerpoint/2010/main" val="30183337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Content Slide -  Vertical Blue/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1499348" y="0"/>
            <a:ext cx="7644653" cy="6858000"/>
          </a:xfrm>
          <a:solidFill>
            <a:schemeClr val="bg1">
              <a:lumMod val="95000"/>
            </a:schemeClr>
          </a:solidFill>
        </p:spPr>
        <p:txBody>
          <a:bodyPr/>
          <a:lstStyle>
            <a:lvl1pPr marL="0" indent="0" algn="ctr">
              <a:buNone/>
              <a:defRPr/>
            </a:lvl1pPr>
          </a:lstStyle>
          <a:p>
            <a:r>
              <a:rPr lang="en-US" dirty="0"/>
              <a:t>Insert Photo or Graphic</a:t>
            </a:r>
          </a:p>
        </p:txBody>
      </p:sp>
      <p:sp>
        <p:nvSpPr>
          <p:cNvPr id="27" name="TextBox 26"/>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1" y="0"/>
            <a:ext cx="1499347"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286049" y="674158"/>
            <a:ext cx="985919" cy="1462617"/>
          </a:xfrm>
        </p:spPr>
        <p:txBody>
          <a:bodyPr lIns="0" tIns="0" rIns="0" bIns="0">
            <a:noAutofit/>
          </a:bodyPr>
          <a:lstStyle>
            <a:lvl1pPr marL="0" indent="0">
              <a:spcBef>
                <a:spcPts val="0"/>
              </a:spcBef>
              <a:buNone/>
              <a:defRPr sz="1800" b="0">
                <a:solidFill>
                  <a:schemeClr val="bg1"/>
                </a:solidFill>
              </a:defRPr>
            </a:lvl1pPr>
          </a:lstStyle>
          <a:p>
            <a:pPr lvl="0"/>
            <a:r>
              <a:rPr lang="en-US" dirty="0"/>
              <a:t>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Tree>
    <p:extLst>
      <p:ext uri="{BB962C8B-B14F-4D97-AF65-F5344CB8AC3E}">
        <p14:creationId xmlns:p14="http://schemas.microsoft.com/office/powerpoint/2010/main" val="9289922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Content Slide -  Vertical Blue/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3226702" y="0"/>
            <a:ext cx="5917298" cy="685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7" name="TextBox 26"/>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72235" y="674158"/>
            <a:ext cx="2532807" cy="1462617"/>
          </a:xfrm>
        </p:spPr>
        <p:txBody>
          <a:bodyPr lIns="0" tIns="0" rIns="0" bIns="0">
            <a:noAutofit/>
          </a:bodyPr>
          <a:lstStyle>
            <a:lvl1pPr marL="0" indent="0">
              <a:spcBef>
                <a:spcPts val="0"/>
              </a:spcBef>
              <a:buNone/>
              <a:defRPr sz="24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372235" y="4754570"/>
            <a:ext cx="2532807" cy="1462617"/>
          </a:xfrm>
        </p:spPr>
        <p:txBody>
          <a:bodyPr lIns="0" tIns="0" rIns="0" bIns="0" anchor="b">
            <a:noAutofit/>
          </a:bodyPr>
          <a:lstStyle>
            <a:lvl1pPr marL="0" indent="0">
              <a:buNone/>
              <a:defRPr sz="18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3864124" y="674157"/>
            <a:ext cx="4642454" cy="1462617"/>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19927345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Content Slide -  Vertical Blue/photo">
    <p:spTree>
      <p:nvGrpSpPr>
        <p:cNvPr id="1" name=""/>
        <p:cNvGrpSpPr/>
        <p:nvPr/>
      </p:nvGrpSpPr>
      <p:grpSpPr>
        <a:xfrm>
          <a:off x="0" y="0"/>
          <a:ext cx="0" cy="0"/>
          <a:chOff x="0" y="0"/>
          <a:chExt cx="0" cy="0"/>
        </a:xfrm>
      </p:grpSpPr>
      <p:sp>
        <p:nvSpPr>
          <p:cNvPr id="27" name="TextBox 26"/>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72235" y="674158"/>
            <a:ext cx="2532807" cy="1462617"/>
          </a:xfrm>
        </p:spPr>
        <p:txBody>
          <a:bodyPr lIns="0" tIns="0" rIns="0" bIns="0">
            <a:noAutofit/>
          </a:bodyPr>
          <a:lstStyle>
            <a:lvl1pPr marL="0" indent="0">
              <a:spcBef>
                <a:spcPts val="0"/>
              </a:spcBef>
              <a:buNone/>
              <a:defRPr sz="24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372235" y="4754570"/>
            <a:ext cx="2532807" cy="1462617"/>
          </a:xfrm>
        </p:spPr>
        <p:txBody>
          <a:bodyPr lIns="0" tIns="0" rIns="0" bIns="0" anchor="b">
            <a:noAutofit/>
          </a:bodyPr>
          <a:lstStyle>
            <a:lvl1pPr marL="0" indent="0">
              <a:buNone/>
              <a:defRPr sz="18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
        <p:nvSpPr>
          <p:cNvPr id="11" name="Text Placeholder 7">
            <a:extLst>
              <a:ext uri="{FF2B5EF4-FFF2-40B4-BE49-F238E27FC236}">
                <a16:creationId xmlns:a16="http://schemas.microsoft.com/office/drawing/2014/main" id="{9D95246B-679C-0C47-B3E3-F6535A89622F}"/>
              </a:ext>
            </a:extLst>
          </p:cNvPr>
          <p:cNvSpPr>
            <a:spLocks noGrp="1"/>
          </p:cNvSpPr>
          <p:nvPr>
            <p:ph type="body" sz="quarter" idx="53" hasCustomPrompt="1"/>
          </p:nvPr>
        </p:nvSpPr>
        <p:spPr>
          <a:xfrm>
            <a:off x="3864124" y="674157"/>
            <a:ext cx="4642454" cy="1462617"/>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1730410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Content Slide - Vertical Blue/photo/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3226702" y="0"/>
            <a:ext cx="5917298" cy="3429000"/>
          </a:xfrm>
          <a:solidFill>
            <a:schemeClr val="bg1"/>
          </a:solidFill>
        </p:spPr>
        <p:txBody>
          <a:bodyPr/>
          <a:lstStyle>
            <a:lvl1pPr marL="0" indent="0" algn="ctr">
              <a:buNone/>
              <a:defRPr/>
            </a:lvl1pPr>
          </a:lstStyle>
          <a:p>
            <a:r>
              <a:rPr lang="en-US" dirty="0"/>
              <a:t>Insert Photo or Graphic</a:t>
            </a:r>
          </a:p>
        </p:txBody>
      </p:sp>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3226702" y="3429000"/>
            <a:ext cx="5917298" cy="3429000"/>
          </a:xfrm>
          <a:solidFill>
            <a:schemeClr val="bg1">
              <a:lumMod val="95000"/>
            </a:schemeClr>
          </a:solidFill>
          <a:effectLst/>
        </p:spPr>
        <p:txBody>
          <a:bodyPr lIns="365760" tIns="365760" rIns="365760" bIns="640080">
            <a:noAutofit/>
          </a:bodyPr>
          <a:lstStyle>
            <a:lvl1pPr marL="0" indent="0">
              <a:buNone/>
              <a:defRPr sz="1600"/>
            </a:lvl1pPr>
            <a:lvl2pPr>
              <a:defRPr sz="1600"/>
            </a:lvl2pPr>
            <a:lvl3pPr>
              <a:defRPr sz="1600"/>
            </a:lvl3pPr>
            <a:lvl4pPr>
              <a:defRPr sz="1600"/>
            </a:lvl4pPr>
            <a:lvl5pPr>
              <a:defRPr sz="1600"/>
            </a:lvl5pPr>
          </a:lstStyle>
          <a:p>
            <a:pPr lvl="0"/>
            <a:r>
              <a:rPr lang="en-US" dirty="0"/>
              <a:t>Body text</a:t>
            </a:r>
          </a:p>
        </p:txBody>
      </p:sp>
      <p:sp>
        <p:nvSpPr>
          <p:cNvPr id="27" name="TextBox 26"/>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72235" y="674158"/>
            <a:ext cx="2532807" cy="1462617"/>
          </a:xfrm>
        </p:spPr>
        <p:txBody>
          <a:bodyPr lIns="0" tIns="0" rIns="0" bIns="0">
            <a:noAutofit/>
          </a:bodyPr>
          <a:lstStyle>
            <a:lvl1pPr marL="0" indent="0">
              <a:spcBef>
                <a:spcPts val="0"/>
              </a:spcBef>
              <a:buNone/>
              <a:defRPr sz="24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372235" y="4754570"/>
            <a:ext cx="2532807" cy="1462617"/>
          </a:xfrm>
        </p:spPr>
        <p:txBody>
          <a:bodyPr lIns="0" tIns="0" rIns="0" bIns="0" anchor="b">
            <a:noAutofit/>
          </a:bodyPr>
          <a:lstStyle>
            <a:lvl1pPr marL="0" indent="0">
              <a:buNone/>
              <a:defRPr sz="18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Tree>
    <p:extLst>
      <p:ext uri="{BB962C8B-B14F-4D97-AF65-F5344CB8AC3E}">
        <p14:creationId xmlns:p14="http://schemas.microsoft.com/office/powerpoint/2010/main" val="14285317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Content Slide - Vertical Blue/photo/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3226702" y="3429000"/>
            <a:ext cx="5917298" cy="3429000"/>
          </a:xfrm>
          <a:solidFill>
            <a:schemeClr val="bg1">
              <a:lumMod val="95000"/>
            </a:schemeClr>
          </a:solidFill>
          <a:effectLst/>
        </p:spPr>
        <p:txBody>
          <a:bodyPr lIns="365760" tIns="365760" rIns="365760" bIns="640080">
            <a:noAutofit/>
          </a:bodyPr>
          <a:lstStyle>
            <a:lvl1pPr marL="0" indent="0">
              <a:buNone/>
              <a:defRPr sz="1600"/>
            </a:lvl1pPr>
            <a:lvl2pPr>
              <a:defRPr sz="1600"/>
            </a:lvl2pPr>
            <a:lvl3pPr>
              <a:defRPr sz="1600"/>
            </a:lvl3pPr>
            <a:lvl4pPr>
              <a:defRPr sz="1600"/>
            </a:lvl4pPr>
            <a:lvl5pPr>
              <a:defRPr sz="1600"/>
            </a:lvl5pPr>
          </a:lstStyle>
          <a:p>
            <a:pPr lvl="0"/>
            <a:r>
              <a:rPr lang="en-US" dirty="0"/>
              <a:t>Body text</a:t>
            </a:r>
          </a:p>
        </p:txBody>
      </p:sp>
      <p:sp>
        <p:nvSpPr>
          <p:cNvPr id="27" name="TextBox 26"/>
          <p:cNvSpPr txBox="1"/>
          <p:nvPr userDrawn="1"/>
        </p:nvSpPr>
        <p:spPr>
          <a:xfrm>
            <a:off x="6711702"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72235" y="674158"/>
            <a:ext cx="2532807" cy="1462617"/>
          </a:xfrm>
        </p:spPr>
        <p:txBody>
          <a:bodyPr lIns="0" tIns="0" rIns="0" bIns="0">
            <a:noAutofit/>
          </a:bodyPr>
          <a:lstStyle>
            <a:lvl1pPr marL="0" indent="0">
              <a:spcBef>
                <a:spcPts val="0"/>
              </a:spcBef>
              <a:buNone/>
              <a:defRPr sz="24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372235" y="4754570"/>
            <a:ext cx="2532807" cy="1462617"/>
          </a:xfrm>
        </p:spPr>
        <p:txBody>
          <a:bodyPr lIns="0" tIns="0" rIns="0" bIns="0" anchor="b">
            <a:noAutofit/>
          </a:bodyPr>
          <a:lstStyle>
            <a:lvl1pPr marL="0" indent="0">
              <a:buNone/>
              <a:defRPr sz="18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6454019"/>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
        <p:nvSpPr>
          <p:cNvPr id="11" name="Text Placeholder 7">
            <a:extLst>
              <a:ext uri="{FF2B5EF4-FFF2-40B4-BE49-F238E27FC236}">
                <a16:creationId xmlns:a16="http://schemas.microsoft.com/office/drawing/2014/main" id="{E09C1F55-AA2F-B448-AD00-1949AE58B945}"/>
              </a:ext>
            </a:extLst>
          </p:cNvPr>
          <p:cNvSpPr>
            <a:spLocks noGrp="1"/>
          </p:cNvSpPr>
          <p:nvPr>
            <p:ph type="body" sz="quarter" idx="53" hasCustomPrompt="1"/>
          </p:nvPr>
        </p:nvSpPr>
        <p:spPr>
          <a:xfrm>
            <a:off x="3648971" y="674157"/>
            <a:ext cx="4642454" cy="1462617"/>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35794136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ta Slide - Charts">
    <p:spTree>
      <p:nvGrpSpPr>
        <p:cNvPr id="1" name=""/>
        <p:cNvGrpSpPr/>
        <p:nvPr/>
      </p:nvGrpSpPr>
      <p:grpSpPr>
        <a:xfrm>
          <a:off x="0" y="0"/>
          <a:ext cx="0" cy="0"/>
          <a:chOff x="0" y="0"/>
          <a:chExt cx="0" cy="0"/>
        </a:xfrm>
      </p:grpSpPr>
      <p:sp>
        <p:nvSpPr>
          <p:cNvPr id="7" name="Chart Placeholder 6"/>
          <p:cNvSpPr>
            <a:spLocks noGrp="1"/>
          </p:cNvSpPr>
          <p:nvPr>
            <p:ph type="chart" sz="quarter" idx="11" hasCustomPrompt="1"/>
          </p:nvPr>
        </p:nvSpPr>
        <p:spPr>
          <a:xfrm>
            <a:off x="468313" y="2821869"/>
            <a:ext cx="1883539" cy="1883539"/>
          </a:xfrm>
          <a:prstGeom prst="rect">
            <a:avLst/>
          </a:prstGeom>
        </p:spPr>
        <p:txBody>
          <a:bodyPr vert="horz"/>
          <a:lstStyle>
            <a:lvl1pPr marL="0" indent="0">
              <a:buNone/>
              <a:defRPr sz="1200"/>
            </a:lvl1pPr>
          </a:lstStyle>
          <a:p>
            <a:r>
              <a:rPr lang="en-US"/>
              <a:t>Insert Chart</a:t>
            </a:r>
          </a:p>
        </p:txBody>
      </p:sp>
      <p:sp>
        <p:nvSpPr>
          <p:cNvPr id="14" name="Chart Placeholder 6"/>
          <p:cNvSpPr>
            <a:spLocks noGrp="1"/>
          </p:cNvSpPr>
          <p:nvPr>
            <p:ph type="chart" sz="quarter" idx="12" hasCustomPrompt="1"/>
          </p:nvPr>
        </p:nvSpPr>
        <p:spPr>
          <a:xfrm>
            <a:off x="2556757" y="2821869"/>
            <a:ext cx="1883539" cy="1883539"/>
          </a:xfrm>
          <a:prstGeom prst="rect">
            <a:avLst/>
          </a:prstGeom>
        </p:spPr>
        <p:txBody>
          <a:bodyPr vert="horz"/>
          <a:lstStyle>
            <a:lvl1pPr marL="0" indent="0">
              <a:buNone/>
              <a:defRPr sz="1200"/>
            </a:lvl1pPr>
          </a:lstStyle>
          <a:p>
            <a:r>
              <a:rPr lang="en-US"/>
              <a:t>Insert Chart</a:t>
            </a:r>
          </a:p>
        </p:txBody>
      </p:sp>
      <p:sp>
        <p:nvSpPr>
          <p:cNvPr id="15" name="Chart Placeholder 6"/>
          <p:cNvSpPr>
            <a:spLocks noGrp="1"/>
          </p:cNvSpPr>
          <p:nvPr>
            <p:ph type="chart" sz="quarter" idx="13" hasCustomPrompt="1"/>
          </p:nvPr>
        </p:nvSpPr>
        <p:spPr>
          <a:xfrm>
            <a:off x="4654608" y="2821516"/>
            <a:ext cx="1883539" cy="1883539"/>
          </a:xfrm>
          <a:prstGeom prst="rect">
            <a:avLst/>
          </a:prstGeom>
        </p:spPr>
        <p:txBody>
          <a:bodyPr vert="horz"/>
          <a:lstStyle>
            <a:lvl1pPr marL="0" indent="0">
              <a:buNone/>
              <a:defRPr sz="1200"/>
            </a:lvl1pPr>
          </a:lstStyle>
          <a:p>
            <a:r>
              <a:rPr lang="en-US"/>
              <a:t>Insert Chart</a:t>
            </a:r>
          </a:p>
        </p:txBody>
      </p:sp>
      <p:sp>
        <p:nvSpPr>
          <p:cNvPr id="16" name="Chart Placeholder 6"/>
          <p:cNvSpPr>
            <a:spLocks noGrp="1"/>
          </p:cNvSpPr>
          <p:nvPr>
            <p:ph type="chart" sz="quarter" idx="14" hasCustomPrompt="1"/>
          </p:nvPr>
        </p:nvSpPr>
        <p:spPr>
          <a:xfrm>
            <a:off x="6761868" y="2821869"/>
            <a:ext cx="1883539" cy="1883539"/>
          </a:xfrm>
          <a:prstGeom prst="rect">
            <a:avLst/>
          </a:prstGeom>
        </p:spPr>
        <p:txBody>
          <a:bodyPr vert="horz"/>
          <a:lstStyle>
            <a:lvl1pPr marL="0" indent="0">
              <a:buNone/>
              <a:defRPr sz="1200"/>
            </a:lvl1pPr>
          </a:lstStyle>
          <a:p>
            <a:r>
              <a:rPr lang="en-US"/>
              <a:t>Insert Chart</a:t>
            </a:r>
          </a:p>
        </p:txBody>
      </p:sp>
      <p:sp>
        <p:nvSpPr>
          <p:cNvPr id="20" name="Text Placeholder 19"/>
          <p:cNvSpPr>
            <a:spLocks noGrp="1"/>
          </p:cNvSpPr>
          <p:nvPr>
            <p:ph type="body" sz="quarter" idx="15" hasCustomPrompt="1"/>
          </p:nvPr>
        </p:nvSpPr>
        <p:spPr>
          <a:xfrm>
            <a:off x="468313" y="4910138"/>
            <a:ext cx="1882775" cy="349250"/>
          </a:xfrm>
          <a:prstGeom prst="rect">
            <a:avLst/>
          </a:prstGeom>
        </p:spPr>
        <p:txBody>
          <a:bodyPr vert="horz" lIns="0" tIns="0" rIns="0" bIns="0" anchor="t" anchorCtr="0"/>
          <a:lstStyle>
            <a:lvl1pPr marL="0" indent="0" algn="ctr">
              <a:buNone/>
              <a:defRPr sz="2000"/>
            </a:lvl1pPr>
          </a:lstStyle>
          <a:p>
            <a:pPr lvl="0"/>
            <a:r>
              <a:rPr lang="en-US"/>
              <a:t>Chart Description</a:t>
            </a:r>
          </a:p>
        </p:txBody>
      </p:sp>
      <p:sp>
        <p:nvSpPr>
          <p:cNvPr id="21" name="Text Placeholder 19"/>
          <p:cNvSpPr>
            <a:spLocks noGrp="1"/>
          </p:cNvSpPr>
          <p:nvPr>
            <p:ph type="body" sz="quarter" idx="16" hasCustomPrompt="1"/>
          </p:nvPr>
        </p:nvSpPr>
        <p:spPr>
          <a:xfrm>
            <a:off x="2557521" y="4910138"/>
            <a:ext cx="1882775" cy="349250"/>
          </a:xfrm>
          <a:prstGeom prst="rect">
            <a:avLst/>
          </a:prstGeom>
        </p:spPr>
        <p:txBody>
          <a:bodyPr vert="horz" lIns="0" tIns="0" rIns="0" bIns="0" anchor="t" anchorCtr="0"/>
          <a:lstStyle>
            <a:lvl1pPr marL="0" indent="0" algn="ctr">
              <a:buNone/>
              <a:defRPr sz="2000"/>
            </a:lvl1pPr>
          </a:lstStyle>
          <a:p>
            <a:pPr lvl="0"/>
            <a:r>
              <a:rPr lang="en-US"/>
              <a:t>Chart Description</a:t>
            </a:r>
          </a:p>
        </p:txBody>
      </p:sp>
      <p:sp>
        <p:nvSpPr>
          <p:cNvPr id="22" name="Text Placeholder 19"/>
          <p:cNvSpPr>
            <a:spLocks noGrp="1"/>
          </p:cNvSpPr>
          <p:nvPr>
            <p:ph type="body" sz="quarter" idx="17" hasCustomPrompt="1"/>
          </p:nvPr>
        </p:nvSpPr>
        <p:spPr>
          <a:xfrm>
            <a:off x="4654608" y="4910138"/>
            <a:ext cx="1882775" cy="349250"/>
          </a:xfrm>
          <a:prstGeom prst="rect">
            <a:avLst/>
          </a:prstGeom>
        </p:spPr>
        <p:txBody>
          <a:bodyPr vert="horz" lIns="0" tIns="0" rIns="0" bIns="0" anchor="t" anchorCtr="0"/>
          <a:lstStyle>
            <a:lvl1pPr marL="0" indent="0" algn="ctr">
              <a:buNone/>
              <a:defRPr sz="2000"/>
            </a:lvl1pPr>
          </a:lstStyle>
          <a:p>
            <a:pPr lvl="0"/>
            <a:r>
              <a:rPr lang="en-US"/>
              <a:t>Chart Description</a:t>
            </a:r>
          </a:p>
        </p:txBody>
      </p:sp>
      <p:sp>
        <p:nvSpPr>
          <p:cNvPr id="23" name="Text Placeholder 19"/>
          <p:cNvSpPr>
            <a:spLocks noGrp="1"/>
          </p:cNvSpPr>
          <p:nvPr>
            <p:ph type="body" sz="quarter" idx="18" hasCustomPrompt="1"/>
          </p:nvPr>
        </p:nvSpPr>
        <p:spPr>
          <a:xfrm>
            <a:off x="6761868" y="4910138"/>
            <a:ext cx="1882775" cy="349250"/>
          </a:xfrm>
          <a:prstGeom prst="rect">
            <a:avLst/>
          </a:prstGeom>
        </p:spPr>
        <p:txBody>
          <a:bodyPr vert="horz" lIns="0" tIns="0" rIns="0" bIns="0" anchor="t" anchorCtr="0"/>
          <a:lstStyle>
            <a:lvl1pPr marL="0" indent="0" algn="ctr">
              <a:buNone/>
              <a:defRPr sz="2000"/>
            </a:lvl1pPr>
          </a:lstStyle>
          <a:p>
            <a:pPr lvl="0"/>
            <a:r>
              <a:rPr lang="en-US"/>
              <a:t>Chart Description</a:t>
            </a:r>
          </a:p>
        </p:txBody>
      </p:sp>
      <p:sp>
        <p:nvSpPr>
          <p:cNvPr id="28" name="Text Placeholder 27"/>
          <p:cNvSpPr>
            <a:spLocks noGrp="1"/>
          </p:cNvSpPr>
          <p:nvPr>
            <p:ph type="body" sz="quarter" idx="19" hasCustomPrompt="1"/>
          </p:nvPr>
        </p:nvSpPr>
        <p:spPr>
          <a:xfrm>
            <a:off x="4346575" y="583436"/>
            <a:ext cx="4298950" cy="1448564"/>
          </a:xfrm>
          <a:prstGeom prst="rect">
            <a:avLst/>
          </a:prstGeom>
        </p:spPr>
        <p:txBody>
          <a:bodyPr vert="horz" lIns="0" tIns="0" rIns="0" bIns="0" anchor="ctr" anchorCtr="0"/>
          <a:lstStyle>
            <a:lvl1pPr marL="0" indent="0">
              <a:buNone/>
              <a:defRPr sz="2000" baseline="0"/>
            </a:lvl1pPr>
          </a:lstStyle>
          <a:p>
            <a:pPr lvl="0"/>
            <a:r>
              <a:rPr lang="en-US"/>
              <a:t>Summary or description text about the slide, charts, data go here.</a:t>
            </a:r>
          </a:p>
        </p:txBody>
      </p:sp>
      <p:sp>
        <p:nvSpPr>
          <p:cNvPr id="30" name="Text Placeholder 29"/>
          <p:cNvSpPr>
            <a:spLocks noGrp="1"/>
          </p:cNvSpPr>
          <p:nvPr>
            <p:ph type="body" sz="quarter" idx="20" hasCustomPrompt="1"/>
          </p:nvPr>
        </p:nvSpPr>
        <p:spPr>
          <a:xfrm>
            <a:off x="468314" y="6114109"/>
            <a:ext cx="3971982" cy="357188"/>
          </a:xfrm>
          <a:prstGeom prst="rect">
            <a:avLst/>
          </a:prstGeom>
        </p:spPr>
        <p:txBody>
          <a:bodyPr vert="horz" lIns="0" tIns="0" rIns="0" bIns="0" anchor="ctr" anchorCtr="0"/>
          <a:lstStyle>
            <a:lvl1pPr marL="0" indent="0">
              <a:buNone/>
              <a:defRPr sz="1000"/>
            </a:lvl1pPr>
          </a:lstStyle>
          <a:p>
            <a:pPr lvl="0"/>
            <a:r>
              <a:rPr lang="en-US"/>
              <a:t>Data citation</a:t>
            </a:r>
          </a:p>
        </p:txBody>
      </p:sp>
      <p:sp>
        <p:nvSpPr>
          <p:cNvPr id="18" name="Title 1"/>
          <p:cNvSpPr>
            <a:spLocks noGrp="1"/>
          </p:cNvSpPr>
          <p:nvPr>
            <p:ph type="title" hasCustomPrompt="1"/>
          </p:nvPr>
        </p:nvSpPr>
        <p:spPr>
          <a:xfrm>
            <a:off x="457200" y="955"/>
            <a:ext cx="3211689" cy="2286633"/>
          </a:xfrm>
        </p:spPr>
        <p:txBody>
          <a:bodyPr/>
          <a:lstStyle/>
          <a:p>
            <a:pPr lvl="0"/>
            <a:r>
              <a:rPr lang="en-US"/>
              <a:t>Data Slide: </a:t>
            </a:r>
            <a:br>
              <a:rPr lang="en-US"/>
            </a:br>
            <a:r>
              <a:rPr lang="en-US"/>
              <a:t>Keep Title Concise</a:t>
            </a:r>
          </a:p>
        </p:txBody>
      </p:sp>
      <p:sp>
        <p:nvSpPr>
          <p:cNvPr id="13" name="TextBox 12"/>
          <p:cNvSpPr txBox="1"/>
          <p:nvPr userDrawn="1"/>
        </p:nvSpPr>
        <p:spPr>
          <a:xfrm>
            <a:off x="4946038" y="6654801"/>
            <a:ext cx="4045186" cy="107722"/>
          </a:xfrm>
          <a:prstGeom prst="rect">
            <a:avLst/>
          </a:prstGeom>
          <a:noFill/>
        </p:spPr>
        <p:txBody>
          <a:bodyPr wrap="square" lIns="0" tIns="0" rIns="0" bIns="0" rtlCol="0" anchor="ctr" anchorCtr="0">
            <a:noAutofit/>
          </a:bodyPr>
          <a:lstStyle/>
          <a:p>
            <a:pPr algn="r"/>
            <a:r>
              <a:rPr lang="en-US" sz="700"/>
              <a:t>NREL</a:t>
            </a:r>
            <a:r>
              <a:rPr lang="en-US" sz="700" baseline="0"/>
              <a:t>    </a:t>
            </a:r>
            <a:r>
              <a:rPr lang="en-US" sz="700"/>
              <a:t>|    </a:t>
            </a:r>
            <a:fld id="{BFD71CF8-5198-8441-A7C0-DC22FD64CBE4}" type="slidenum">
              <a:rPr lang="en-US" sz="700"/>
              <a:t>‹#›</a:t>
            </a:fld>
            <a:endParaRPr lang="en-US" sz="700"/>
          </a:p>
        </p:txBody>
      </p:sp>
    </p:spTree>
    <p:extLst>
      <p:ext uri="{BB962C8B-B14F-4D97-AF65-F5344CB8AC3E}">
        <p14:creationId xmlns:p14="http://schemas.microsoft.com/office/powerpoint/2010/main" val="5152655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Slide - Infographic Large Photo">
    <p:spTree>
      <p:nvGrpSpPr>
        <p:cNvPr id="1" name=""/>
        <p:cNvGrpSpPr/>
        <p:nvPr/>
      </p:nvGrpSpPr>
      <p:grpSpPr>
        <a:xfrm>
          <a:off x="0" y="0"/>
          <a:ext cx="0" cy="0"/>
          <a:chOff x="0" y="0"/>
          <a:chExt cx="0" cy="0"/>
        </a:xfrm>
      </p:grpSpPr>
      <p:sp>
        <p:nvSpPr>
          <p:cNvPr id="7" name="Text Placeholder 6"/>
          <p:cNvSpPr>
            <a:spLocks noGrp="1"/>
          </p:cNvSpPr>
          <p:nvPr>
            <p:ph type="body" sz="quarter" idx="40"/>
          </p:nvPr>
        </p:nvSpPr>
        <p:spPr>
          <a:xfrm>
            <a:off x="0" y="3302000"/>
            <a:ext cx="9144000" cy="2629648"/>
          </a:xfrm>
          <a:prstGeom prst="rect">
            <a:avLst/>
          </a:prstGeom>
          <a:solidFill>
            <a:schemeClr val="bg1">
              <a:lumMod val="95000"/>
              <a:alpha val="85000"/>
            </a:schemeClr>
          </a:solidFill>
        </p:spPr>
        <p:txBody>
          <a:bodyPr vert="horz"/>
          <a:lstStyle>
            <a:lvl1pPr marL="0" indent="0" algn="ctr">
              <a:buNone/>
              <a:defRPr sz="100">
                <a:solidFill>
                  <a:srgbClr val="333333"/>
                </a:solidFill>
              </a:defRPr>
            </a:lvl1pPr>
          </a:lstStyle>
          <a:p>
            <a:pPr lvl="0"/>
            <a:r>
              <a:rPr lang="en-US"/>
              <a:t>Edit Master text styles</a:t>
            </a:r>
          </a:p>
        </p:txBody>
      </p:sp>
      <p:sp>
        <p:nvSpPr>
          <p:cNvPr id="4" name="Text Placeholder 3"/>
          <p:cNvSpPr>
            <a:spLocks noGrp="1"/>
          </p:cNvSpPr>
          <p:nvPr>
            <p:ph type="body" sz="quarter" idx="18" hasCustomPrompt="1"/>
          </p:nvPr>
        </p:nvSpPr>
        <p:spPr>
          <a:xfrm>
            <a:off x="468312" y="4787664"/>
            <a:ext cx="1336675" cy="922690"/>
          </a:xfrm>
          <a:prstGeom prst="rect">
            <a:avLst/>
          </a:prstGeom>
          <a:ln>
            <a:noFill/>
          </a:ln>
        </p:spPr>
        <p:txBody>
          <a:bodyPr vert="horz" lIns="0" tIns="0" rIns="0" bIns="0"/>
          <a:lstStyle>
            <a:lvl1pPr marL="0" indent="0" algn="ctr">
              <a:buNone/>
              <a:defRPr sz="16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18" name="Text Placeholder 17"/>
          <p:cNvSpPr>
            <a:spLocks noGrp="1"/>
          </p:cNvSpPr>
          <p:nvPr>
            <p:ph type="body" sz="quarter" idx="19" hasCustomPrompt="1"/>
          </p:nvPr>
        </p:nvSpPr>
        <p:spPr>
          <a:xfrm>
            <a:off x="468313" y="4035778"/>
            <a:ext cx="1336675" cy="733072"/>
          </a:xfrm>
          <a:prstGeom prst="rect">
            <a:avLst/>
          </a:prstGeom>
        </p:spPr>
        <p:txBody>
          <a:bodyPr vert="horz" lIns="0" tIns="0" rIns="0" bIns="0"/>
          <a:lstStyle>
            <a:lvl1pPr marL="0" indent="0" algn="ctr">
              <a:buNone/>
              <a:defRPr sz="22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4" name="Text Placeholder 3"/>
          <p:cNvSpPr>
            <a:spLocks noGrp="1"/>
          </p:cNvSpPr>
          <p:nvPr>
            <p:ph type="body" sz="quarter" idx="20" hasCustomPrompt="1"/>
          </p:nvPr>
        </p:nvSpPr>
        <p:spPr>
          <a:xfrm>
            <a:off x="2160705" y="4787664"/>
            <a:ext cx="1336675" cy="922690"/>
          </a:xfrm>
          <a:prstGeom prst="rect">
            <a:avLst/>
          </a:prstGeom>
          <a:ln>
            <a:noFill/>
          </a:ln>
        </p:spPr>
        <p:txBody>
          <a:bodyPr vert="horz" lIns="0" tIns="0" rIns="0" bIns="0"/>
          <a:lstStyle>
            <a:lvl1pPr marL="0" indent="0" algn="ctr">
              <a:buNone/>
              <a:defRPr sz="16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30" name="Text Placeholder 17"/>
          <p:cNvSpPr>
            <a:spLocks noGrp="1"/>
          </p:cNvSpPr>
          <p:nvPr>
            <p:ph type="body" sz="quarter" idx="21" hasCustomPrompt="1"/>
          </p:nvPr>
        </p:nvSpPr>
        <p:spPr>
          <a:xfrm>
            <a:off x="2160706" y="4035778"/>
            <a:ext cx="1336675" cy="733072"/>
          </a:xfrm>
          <a:prstGeom prst="rect">
            <a:avLst/>
          </a:prstGeom>
        </p:spPr>
        <p:txBody>
          <a:bodyPr vert="horz" lIns="0" tIns="0" rIns="0" bIns="0"/>
          <a:lstStyle>
            <a:lvl1pPr marL="0" indent="0" algn="ctr">
              <a:buNone/>
              <a:defRPr sz="22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31" name="Text Placeholder 3"/>
          <p:cNvSpPr>
            <a:spLocks noGrp="1"/>
          </p:cNvSpPr>
          <p:nvPr>
            <p:ph type="body" sz="quarter" idx="22" hasCustomPrompt="1"/>
          </p:nvPr>
        </p:nvSpPr>
        <p:spPr>
          <a:xfrm>
            <a:off x="3901075" y="4787664"/>
            <a:ext cx="1336675" cy="922690"/>
          </a:xfrm>
          <a:prstGeom prst="rect">
            <a:avLst/>
          </a:prstGeom>
          <a:ln>
            <a:noFill/>
          </a:ln>
        </p:spPr>
        <p:txBody>
          <a:bodyPr vert="horz" lIns="0" tIns="0" rIns="0" bIns="0"/>
          <a:lstStyle>
            <a:lvl1pPr marL="0" indent="0" algn="ctr">
              <a:buNone/>
              <a:defRPr sz="16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32" name="Text Placeholder 17"/>
          <p:cNvSpPr>
            <a:spLocks noGrp="1"/>
          </p:cNvSpPr>
          <p:nvPr>
            <p:ph type="body" sz="quarter" idx="23" hasCustomPrompt="1"/>
          </p:nvPr>
        </p:nvSpPr>
        <p:spPr>
          <a:xfrm>
            <a:off x="3901076" y="4035778"/>
            <a:ext cx="1336675" cy="733072"/>
          </a:xfrm>
          <a:prstGeom prst="rect">
            <a:avLst/>
          </a:prstGeom>
        </p:spPr>
        <p:txBody>
          <a:bodyPr vert="horz" lIns="0" tIns="0" rIns="0" bIns="0"/>
          <a:lstStyle>
            <a:lvl1pPr marL="0" indent="0" algn="ctr">
              <a:buNone/>
              <a:defRPr sz="22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33" name="Text Placeholder 3"/>
          <p:cNvSpPr>
            <a:spLocks noGrp="1"/>
          </p:cNvSpPr>
          <p:nvPr>
            <p:ph type="body" sz="quarter" idx="24" hasCustomPrompt="1"/>
          </p:nvPr>
        </p:nvSpPr>
        <p:spPr>
          <a:xfrm>
            <a:off x="5588490" y="4787664"/>
            <a:ext cx="1336675" cy="922690"/>
          </a:xfrm>
          <a:prstGeom prst="rect">
            <a:avLst/>
          </a:prstGeom>
          <a:ln>
            <a:noFill/>
          </a:ln>
        </p:spPr>
        <p:txBody>
          <a:bodyPr vert="horz" lIns="0" tIns="0" rIns="0" bIns="0"/>
          <a:lstStyle>
            <a:lvl1pPr marL="0" indent="0" algn="ctr">
              <a:buNone/>
              <a:defRPr sz="16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34" name="Text Placeholder 17"/>
          <p:cNvSpPr>
            <a:spLocks noGrp="1"/>
          </p:cNvSpPr>
          <p:nvPr>
            <p:ph type="body" sz="quarter" idx="25" hasCustomPrompt="1"/>
          </p:nvPr>
        </p:nvSpPr>
        <p:spPr>
          <a:xfrm>
            <a:off x="5588491" y="4035778"/>
            <a:ext cx="1336675" cy="733072"/>
          </a:xfrm>
          <a:prstGeom prst="rect">
            <a:avLst/>
          </a:prstGeom>
        </p:spPr>
        <p:txBody>
          <a:bodyPr vert="horz" lIns="0" tIns="0" rIns="0" bIns="0"/>
          <a:lstStyle>
            <a:lvl1pPr marL="0" indent="0" algn="ctr">
              <a:buNone/>
              <a:defRPr sz="22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35" name="Text Placeholder 3"/>
          <p:cNvSpPr>
            <a:spLocks noGrp="1"/>
          </p:cNvSpPr>
          <p:nvPr>
            <p:ph type="body" sz="quarter" idx="26" hasCustomPrompt="1"/>
          </p:nvPr>
        </p:nvSpPr>
        <p:spPr>
          <a:xfrm>
            <a:off x="7256745" y="4787664"/>
            <a:ext cx="1336675" cy="922690"/>
          </a:xfrm>
          <a:prstGeom prst="rect">
            <a:avLst/>
          </a:prstGeom>
          <a:ln>
            <a:noFill/>
          </a:ln>
        </p:spPr>
        <p:txBody>
          <a:bodyPr vert="horz" lIns="0" tIns="0" rIns="0" bIns="0"/>
          <a:lstStyle>
            <a:lvl1pPr marL="0" indent="0" algn="ctr">
              <a:buNone/>
              <a:defRPr sz="16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36" name="Text Placeholder 17"/>
          <p:cNvSpPr>
            <a:spLocks noGrp="1"/>
          </p:cNvSpPr>
          <p:nvPr>
            <p:ph type="body" sz="quarter" idx="27" hasCustomPrompt="1"/>
          </p:nvPr>
        </p:nvSpPr>
        <p:spPr>
          <a:xfrm>
            <a:off x="7256746" y="4035778"/>
            <a:ext cx="1336675" cy="733072"/>
          </a:xfrm>
          <a:prstGeom prst="rect">
            <a:avLst/>
          </a:prstGeom>
        </p:spPr>
        <p:txBody>
          <a:bodyPr vert="horz" lIns="0" tIns="0" rIns="0" bIns="0"/>
          <a:lstStyle>
            <a:lvl1pPr marL="0" indent="0" algn="ctr">
              <a:buNone/>
              <a:defRPr sz="22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6" name="Title 1"/>
          <p:cNvSpPr>
            <a:spLocks noGrp="1"/>
          </p:cNvSpPr>
          <p:nvPr>
            <p:ph type="title" hasCustomPrompt="1"/>
          </p:nvPr>
        </p:nvSpPr>
        <p:spPr>
          <a:xfrm>
            <a:off x="457200" y="0"/>
            <a:ext cx="3211689" cy="2289173"/>
          </a:xfrm>
        </p:spPr>
        <p:txBody>
          <a:bodyPr/>
          <a:lstStyle/>
          <a:p>
            <a:pPr lvl="0"/>
            <a:r>
              <a:rPr lang="en-US" dirty="0"/>
              <a:t>Messaging + Blue </a:t>
            </a:r>
            <a:r>
              <a:rPr lang="en-US" dirty="0" err="1"/>
              <a:t>Infographic</a:t>
            </a:r>
            <a:r>
              <a:rPr lang="en-US" dirty="0"/>
              <a:t> Content</a:t>
            </a:r>
          </a:p>
        </p:txBody>
      </p:sp>
      <p:sp>
        <p:nvSpPr>
          <p:cNvPr id="25" name="Picture Placeholder 24"/>
          <p:cNvSpPr>
            <a:spLocks noGrp="1" noChangeAspect="1"/>
          </p:cNvSpPr>
          <p:nvPr>
            <p:ph type="pic" sz="quarter" idx="50" hasCustomPrompt="1"/>
          </p:nvPr>
        </p:nvSpPr>
        <p:spPr>
          <a:xfrm>
            <a:off x="490683" y="2656036"/>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dirty="0"/>
              <a:t>Insert icon</a:t>
            </a:r>
          </a:p>
        </p:txBody>
      </p:sp>
      <p:sp>
        <p:nvSpPr>
          <p:cNvPr id="27" name="Picture Placeholder 24"/>
          <p:cNvSpPr>
            <a:spLocks noGrp="1" noChangeAspect="1"/>
          </p:cNvSpPr>
          <p:nvPr>
            <p:ph type="pic" sz="quarter" idx="51" hasCustomPrompt="1"/>
          </p:nvPr>
        </p:nvSpPr>
        <p:spPr>
          <a:xfrm>
            <a:off x="2183076" y="2656036"/>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dirty="0"/>
              <a:t>Insert icon</a:t>
            </a:r>
          </a:p>
        </p:txBody>
      </p:sp>
      <p:sp>
        <p:nvSpPr>
          <p:cNvPr id="28" name="Picture Placeholder 24"/>
          <p:cNvSpPr>
            <a:spLocks noGrp="1" noChangeAspect="1"/>
          </p:cNvSpPr>
          <p:nvPr>
            <p:ph type="pic" sz="quarter" idx="52" hasCustomPrompt="1"/>
          </p:nvPr>
        </p:nvSpPr>
        <p:spPr>
          <a:xfrm>
            <a:off x="3923446" y="2656036"/>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dirty="0"/>
              <a:t>Insert icon</a:t>
            </a:r>
          </a:p>
        </p:txBody>
      </p:sp>
      <p:sp>
        <p:nvSpPr>
          <p:cNvPr id="29" name="Picture Placeholder 24"/>
          <p:cNvSpPr>
            <a:spLocks noGrp="1" noChangeAspect="1"/>
          </p:cNvSpPr>
          <p:nvPr>
            <p:ph type="pic" sz="quarter" idx="53" hasCustomPrompt="1"/>
          </p:nvPr>
        </p:nvSpPr>
        <p:spPr>
          <a:xfrm>
            <a:off x="5588490" y="2656036"/>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dirty="0"/>
              <a:t>Insert icon</a:t>
            </a:r>
          </a:p>
        </p:txBody>
      </p:sp>
      <p:sp>
        <p:nvSpPr>
          <p:cNvPr id="37" name="Picture Placeholder 24"/>
          <p:cNvSpPr>
            <a:spLocks noGrp="1" noChangeAspect="1"/>
          </p:cNvSpPr>
          <p:nvPr>
            <p:ph type="pic" sz="quarter" idx="54" hasCustomPrompt="1"/>
          </p:nvPr>
        </p:nvSpPr>
        <p:spPr>
          <a:xfrm>
            <a:off x="7279116" y="2656036"/>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dirty="0"/>
              <a:t>Insert icon</a:t>
            </a:r>
          </a:p>
        </p:txBody>
      </p:sp>
    </p:spTree>
    <p:extLst>
      <p:ext uri="{BB962C8B-B14F-4D97-AF65-F5344CB8AC3E}">
        <p14:creationId xmlns:p14="http://schemas.microsoft.com/office/powerpoint/2010/main" val="13006364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Slide - Infographic Half Photo">
    <p:spTree>
      <p:nvGrpSpPr>
        <p:cNvPr id="1" name=""/>
        <p:cNvGrpSpPr/>
        <p:nvPr/>
      </p:nvGrpSpPr>
      <p:grpSpPr>
        <a:xfrm>
          <a:off x="0" y="0"/>
          <a:ext cx="0" cy="0"/>
          <a:chOff x="0" y="0"/>
          <a:chExt cx="0" cy="0"/>
        </a:xfrm>
      </p:grpSpPr>
      <p:sp>
        <p:nvSpPr>
          <p:cNvPr id="26" name="Rectangle 25"/>
          <p:cNvSpPr/>
          <p:nvPr userDrawn="1"/>
        </p:nvSpPr>
        <p:spPr>
          <a:xfrm>
            <a:off x="0" y="3654425"/>
            <a:ext cx="9144000" cy="32035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Picture Placeholder 3"/>
          <p:cNvSpPr>
            <a:spLocks noGrp="1"/>
          </p:cNvSpPr>
          <p:nvPr>
            <p:ph type="pic" sz="quarter" idx="10" hasCustomPrompt="1"/>
          </p:nvPr>
        </p:nvSpPr>
        <p:spPr>
          <a:xfrm>
            <a:off x="0" y="0"/>
            <a:ext cx="9144000" cy="3654425"/>
          </a:xfrm>
          <a:prstGeom prst="rect">
            <a:avLst/>
          </a:prstGeom>
          <a:solidFill>
            <a:schemeClr val="bg1">
              <a:lumMod val="85000"/>
            </a:schemeClr>
          </a:solidFill>
        </p:spPr>
        <p:txBody>
          <a:bodyPr vert="horz"/>
          <a:lstStyle>
            <a:lvl1pPr marL="0" marR="0" indent="0" algn="r" defTabSz="457200" rtl="0" eaLnBrk="1" fontAlgn="auto" latinLnBrk="0" hangingPunct="1">
              <a:lnSpc>
                <a:spcPct val="100000"/>
              </a:lnSpc>
              <a:spcBef>
                <a:spcPct val="20000"/>
              </a:spcBef>
              <a:spcAft>
                <a:spcPts val="0"/>
              </a:spcAft>
              <a:buClrTx/>
              <a:buSzTx/>
              <a:buFont typeface="Arial"/>
              <a:buNone/>
              <a:tabLst/>
              <a:defRPr sz="1400"/>
            </a:lvl1pPr>
          </a:lstStyle>
          <a:p>
            <a:r>
              <a:rPr lang="en-US"/>
              <a:t>Insert a large image here (10” wide x 4” high)</a:t>
            </a:r>
          </a:p>
          <a:p>
            <a:endParaRPr lang="en-US"/>
          </a:p>
        </p:txBody>
      </p:sp>
      <p:sp>
        <p:nvSpPr>
          <p:cNvPr id="5" name="Rectangle 4"/>
          <p:cNvSpPr/>
          <p:nvPr/>
        </p:nvSpPr>
        <p:spPr>
          <a:xfrm>
            <a:off x="0" y="3654425"/>
            <a:ext cx="9144000" cy="32035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Text Placeholder 3"/>
          <p:cNvSpPr>
            <a:spLocks noGrp="1"/>
          </p:cNvSpPr>
          <p:nvPr>
            <p:ph type="body" sz="quarter" idx="18" hasCustomPrompt="1"/>
          </p:nvPr>
        </p:nvSpPr>
        <p:spPr>
          <a:xfrm>
            <a:off x="468312" y="5161586"/>
            <a:ext cx="1336675" cy="922690"/>
          </a:xfrm>
          <a:prstGeom prst="rect">
            <a:avLst/>
          </a:prstGeom>
          <a:ln>
            <a:noFill/>
          </a:ln>
        </p:spPr>
        <p:txBody>
          <a:bodyPr vert="horz" lIns="0" tIns="0" rIns="0" bIns="0"/>
          <a:lstStyle>
            <a:lvl1pPr marL="0" indent="0" algn="ctr">
              <a:buNone/>
              <a:defRPr sz="16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38" name="Text Placeholder 17"/>
          <p:cNvSpPr>
            <a:spLocks noGrp="1"/>
          </p:cNvSpPr>
          <p:nvPr>
            <p:ph type="body" sz="quarter" idx="19" hasCustomPrompt="1"/>
          </p:nvPr>
        </p:nvSpPr>
        <p:spPr>
          <a:xfrm>
            <a:off x="468313" y="4409700"/>
            <a:ext cx="1336675" cy="733072"/>
          </a:xfrm>
          <a:prstGeom prst="rect">
            <a:avLst/>
          </a:prstGeom>
        </p:spPr>
        <p:txBody>
          <a:bodyPr vert="horz" lIns="0" tIns="0" rIns="0" bIns="0"/>
          <a:lstStyle>
            <a:lvl1pPr marL="0" indent="0" algn="ctr">
              <a:buNone/>
              <a:defRPr sz="22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39" name="Text Placeholder 3"/>
          <p:cNvSpPr>
            <a:spLocks noGrp="1"/>
          </p:cNvSpPr>
          <p:nvPr>
            <p:ph type="body" sz="quarter" idx="20" hasCustomPrompt="1"/>
          </p:nvPr>
        </p:nvSpPr>
        <p:spPr>
          <a:xfrm>
            <a:off x="2160705" y="5161586"/>
            <a:ext cx="1336675" cy="922690"/>
          </a:xfrm>
          <a:prstGeom prst="rect">
            <a:avLst/>
          </a:prstGeom>
          <a:ln>
            <a:noFill/>
          </a:ln>
        </p:spPr>
        <p:txBody>
          <a:bodyPr vert="horz" lIns="0" tIns="0" rIns="0" bIns="0"/>
          <a:lstStyle>
            <a:lvl1pPr marL="0" indent="0" algn="ctr">
              <a:buNone/>
              <a:defRPr sz="16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40" name="Text Placeholder 17"/>
          <p:cNvSpPr>
            <a:spLocks noGrp="1"/>
          </p:cNvSpPr>
          <p:nvPr>
            <p:ph type="body" sz="quarter" idx="21" hasCustomPrompt="1"/>
          </p:nvPr>
        </p:nvSpPr>
        <p:spPr>
          <a:xfrm>
            <a:off x="2160706" y="4409700"/>
            <a:ext cx="1336675" cy="733072"/>
          </a:xfrm>
          <a:prstGeom prst="rect">
            <a:avLst/>
          </a:prstGeom>
        </p:spPr>
        <p:txBody>
          <a:bodyPr vert="horz" lIns="0" tIns="0" rIns="0" bIns="0"/>
          <a:lstStyle>
            <a:lvl1pPr marL="0" indent="0" algn="ctr">
              <a:buNone/>
              <a:defRPr sz="22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41" name="Text Placeholder 3"/>
          <p:cNvSpPr>
            <a:spLocks noGrp="1"/>
          </p:cNvSpPr>
          <p:nvPr>
            <p:ph type="body" sz="quarter" idx="22" hasCustomPrompt="1"/>
          </p:nvPr>
        </p:nvSpPr>
        <p:spPr>
          <a:xfrm>
            <a:off x="3901075" y="5161586"/>
            <a:ext cx="1336675" cy="922690"/>
          </a:xfrm>
          <a:prstGeom prst="rect">
            <a:avLst/>
          </a:prstGeom>
          <a:ln>
            <a:noFill/>
          </a:ln>
        </p:spPr>
        <p:txBody>
          <a:bodyPr vert="horz" lIns="0" tIns="0" rIns="0" bIns="0"/>
          <a:lstStyle>
            <a:lvl1pPr marL="0" indent="0" algn="ctr">
              <a:buNone/>
              <a:defRPr sz="16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42" name="Text Placeholder 17"/>
          <p:cNvSpPr>
            <a:spLocks noGrp="1"/>
          </p:cNvSpPr>
          <p:nvPr>
            <p:ph type="body" sz="quarter" idx="23" hasCustomPrompt="1"/>
          </p:nvPr>
        </p:nvSpPr>
        <p:spPr>
          <a:xfrm>
            <a:off x="3901076" y="4409700"/>
            <a:ext cx="1336675" cy="733072"/>
          </a:xfrm>
          <a:prstGeom prst="rect">
            <a:avLst/>
          </a:prstGeom>
        </p:spPr>
        <p:txBody>
          <a:bodyPr vert="horz" lIns="0" tIns="0" rIns="0" bIns="0"/>
          <a:lstStyle>
            <a:lvl1pPr marL="0" indent="0" algn="ctr">
              <a:buNone/>
              <a:defRPr sz="22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43" name="Text Placeholder 3"/>
          <p:cNvSpPr>
            <a:spLocks noGrp="1"/>
          </p:cNvSpPr>
          <p:nvPr>
            <p:ph type="body" sz="quarter" idx="24" hasCustomPrompt="1"/>
          </p:nvPr>
        </p:nvSpPr>
        <p:spPr>
          <a:xfrm>
            <a:off x="5588490" y="5161586"/>
            <a:ext cx="1336675" cy="922690"/>
          </a:xfrm>
          <a:prstGeom prst="rect">
            <a:avLst/>
          </a:prstGeom>
          <a:ln>
            <a:noFill/>
          </a:ln>
        </p:spPr>
        <p:txBody>
          <a:bodyPr vert="horz" lIns="0" tIns="0" rIns="0" bIns="0"/>
          <a:lstStyle>
            <a:lvl1pPr marL="0" indent="0" algn="ctr">
              <a:buNone/>
              <a:defRPr sz="16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44" name="Text Placeholder 17"/>
          <p:cNvSpPr>
            <a:spLocks noGrp="1"/>
          </p:cNvSpPr>
          <p:nvPr>
            <p:ph type="body" sz="quarter" idx="25" hasCustomPrompt="1"/>
          </p:nvPr>
        </p:nvSpPr>
        <p:spPr>
          <a:xfrm>
            <a:off x="5588491" y="4409700"/>
            <a:ext cx="1336675" cy="733072"/>
          </a:xfrm>
          <a:prstGeom prst="rect">
            <a:avLst/>
          </a:prstGeom>
        </p:spPr>
        <p:txBody>
          <a:bodyPr vert="horz" lIns="0" tIns="0" rIns="0" bIns="0"/>
          <a:lstStyle>
            <a:lvl1pPr marL="0" indent="0" algn="ctr">
              <a:buNone/>
              <a:defRPr sz="22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45" name="Text Placeholder 3"/>
          <p:cNvSpPr>
            <a:spLocks noGrp="1"/>
          </p:cNvSpPr>
          <p:nvPr>
            <p:ph type="body" sz="quarter" idx="26" hasCustomPrompt="1"/>
          </p:nvPr>
        </p:nvSpPr>
        <p:spPr>
          <a:xfrm>
            <a:off x="7256745" y="5161586"/>
            <a:ext cx="1336675" cy="922690"/>
          </a:xfrm>
          <a:prstGeom prst="rect">
            <a:avLst/>
          </a:prstGeom>
          <a:ln>
            <a:noFill/>
          </a:ln>
        </p:spPr>
        <p:txBody>
          <a:bodyPr vert="horz" lIns="0" tIns="0" rIns="0" bIns="0"/>
          <a:lstStyle>
            <a:lvl1pPr marL="0" indent="0" algn="ctr">
              <a:buNone/>
              <a:defRPr sz="16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46" name="Text Placeholder 17"/>
          <p:cNvSpPr>
            <a:spLocks noGrp="1"/>
          </p:cNvSpPr>
          <p:nvPr>
            <p:ph type="body" sz="quarter" idx="27" hasCustomPrompt="1"/>
          </p:nvPr>
        </p:nvSpPr>
        <p:spPr>
          <a:xfrm>
            <a:off x="7256746" y="4409700"/>
            <a:ext cx="1336675" cy="733072"/>
          </a:xfrm>
          <a:prstGeom prst="rect">
            <a:avLst/>
          </a:prstGeom>
        </p:spPr>
        <p:txBody>
          <a:bodyPr vert="horz" lIns="0" tIns="0" rIns="0" bIns="0"/>
          <a:lstStyle>
            <a:lvl1pPr marL="0" indent="0" algn="ctr">
              <a:buNone/>
              <a:defRPr sz="22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9" name="Title 1"/>
          <p:cNvSpPr>
            <a:spLocks noGrp="1"/>
          </p:cNvSpPr>
          <p:nvPr>
            <p:ph type="title" hasCustomPrompt="1"/>
          </p:nvPr>
        </p:nvSpPr>
        <p:spPr>
          <a:xfrm>
            <a:off x="457200" y="0"/>
            <a:ext cx="3211689" cy="2289173"/>
          </a:xfrm>
        </p:spPr>
        <p:txBody>
          <a:bodyPr/>
          <a:lstStyle/>
          <a:p>
            <a:pPr lvl="0"/>
            <a:r>
              <a:rPr lang="en-US" dirty="0"/>
              <a:t>Messaging + Blue </a:t>
            </a:r>
            <a:r>
              <a:rPr lang="en-US" dirty="0" err="1"/>
              <a:t>Infographic</a:t>
            </a:r>
            <a:r>
              <a:rPr lang="en-US" dirty="0"/>
              <a:t> Content</a:t>
            </a:r>
          </a:p>
        </p:txBody>
      </p:sp>
      <p:sp>
        <p:nvSpPr>
          <p:cNvPr id="27" name="TextBox 26"/>
          <p:cNvSpPr txBox="1"/>
          <p:nvPr userDrawn="1"/>
        </p:nvSpPr>
        <p:spPr>
          <a:xfrm>
            <a:off x="4946038" y="6654801"/>
            <a:ext cx="4045186" cy="107722"/>
          </a:xfrm>
          <a:prstGeom prst="rect">
            <a:avLst/>
          </a:prstGeom>
          <a:noFill/>
        </p:spPr>
        <p:txBody>
          <a:bodyPr wrap="square" lIns="0" tIns="0" rIns="0" bIns="0" rtlCol="0" anchor="ctr" anchorCtr="0">
            <a:noAutofit/>
          </a:bodyPr>
          <a:lstStyle/>
          <a:p>
            <a:pPr algn="r"/>
            <a:r>
              <a:rPr lang="en-US" sz="700"/>
              <a:t>NREL</a:t>
            </a:r>
            <a:r>
              <a:rPr lang="en-US" sz="700" baseline="0"/>
              <a:t>    </a:t>
            </a:r>
            <a:r>
              <a:rPr lang="en-US" sz="700"/>
              <a:t>|    </a:t>
            </a:r>
            <a:fld id="{BFD71CF8-5198-8441-A7C0-DC22FD64CBE4}" type="slidenum">
              <a:rPr lang="en-US" sz="700"/>
              <a:t>‹#›</a:t>
            </a:fld>
            <a:endParaRPr lang="en-US" sz="700"/>
          </a:p>
        </p:txBody>
      </p:sp>
      <p:sp>
        <p:nvSpPr>
          <p:cNvPr id="28" name="Picture Placeholder 24"/>
          <p:cNvSpPr>
            <a:spLocks noGrp="1" noChangeAspect="1"/>
          </p:cNvSpPr>
          <p:nvPr>
            <p:ph type="pic" sz="quarter" idx="50" hasCustomPrompt="1"/>
          </p:nvPr>
        </p:nvSpPr>
        <p:spPr>
          <a:xfrm>
            <a:off x="490683" y="2933022"/>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dirty="0"/>
              <a:t>Insert icon</a:t>
            </a:r>
          </a:p>
        </p:txBody>
      </p:sp>
      <p:sp>
        <p:nvSpPr>
          <p:cNvPr id="30" name="Picture Placeholder 24"/>
          <p:cNvSpPr>
            <a:spLocks noGrp="1" noChangeAspect="1"/>
          </p:cNvSpPr>
          <p:nvPr>
            <p:ph type="pic" sz="quarter" idx="51" hasCustomPrompt="1"/>
          </p:nvPr>
        </p:nvSpPr>
        <p:spPr>
          <a:xfrm>
            <a:off x="2183076" y="2933022"/>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dirty="0"/>
              <a:t>Insert icon</a:t>
            </a:r>
          </a:p>
        </p:txBody>
      </p:sp>
      <p:sp>
        <p:nvSpPr>
          <p:cNvPr id="31" name="Picture Placeholder 24"/>
          <p:cNvSpPr>
            <a:spLocks noGrp="1" noChangeAspect="1"/>
          </p:cNvSpPr>
          <p:nvPr>
            <p:ph type="pic" sz="quarter" idx="52" hasCustomPrompt="1"/>
          </p:nvPr>
        </p:nvSpPr>
        <p:spPr>
          <a:xfrm>
            <a:off x="3923446" y="2933022"/>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dirty="0"/>
              <a:t>Insert icon</a:t>
            </a:r>
          </a:p>
        </p:txBody>
      </p:sp>
      <p:sp>
        <p:nvSpPr>
          <p:cNvPr id="32" name="Picture Placeholder 24"/>
          <p:cNvSpPr>
            <a:spLocks noGrp="1" noChangeAspect="1"/>
          </p:cNvSpPr>
          <p:nvPr>
            <p:ph type="pic" sz="quarter" idx="53" hasCustomPrompt="1"/>
          </p:nvPr>
        </p:nvSpPr>
        <p:spPr>
          <a:xfrm>
            <a:off x="5588490" y="2933022"/>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dirty="0"/>
              <a:t>Insert icon</a:t>
            </a:r>
          </a:p>
        </p:txBody>
      </p:sp>
      <p:sp>
        <p:nvSpPr>
          <p:cNvPr id="33" name="Picture Placeholder 24"/>
          <p:cNvSpPr>
            <a:spLocks noGrp="1" noChangeAspect="1"/>
          </p:cNvSpPr>
          <p:nvPr>
            <p:ph type="pic" sz="quarter" idx="54" hasCustomPrompt="1"/>
          </p:nvPr>
        </p:nvSpPr>
        <p:spPr>
          <a:xfrm>
            <a:off x="7279116" y="2933022"/>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dirty="0"/>
              <a:t>Insert icon</a:t>
            </a:r>
          </a:p>
        </p:txBody>
      </p:sp>
    </p:spTree>
    <p:extLst>
      <p:ext uri="{BB962C8B-B14F-4D97-AF65-F5344CB8AC3E}">
        <p14:creationId xmlns:p14="http://schemas.microsoft.com/office/powerpoint/2010/main" val="26999253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Slide - Half Photo">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9144000" cy="3654425"/>
          </a:xfrm>
          <a:prstGeom prst="rect">
            <a:avLst/>
          </a:prstGeom>
          <a:solidFill>
            <a:schemeClr val="bg1">
              <a:lumMod val="85000"/>
            </a:schemeClr>
          </a:solidFill>
        </p:spPr>
        <p:txBody>
          <a:bodyPr vert="horz"/>
          <a:lstStyle>
            <a:lvl1pPr marL="0" marR="0" indent="0" algn="ctr" defTabSz="457200" rtl="0" eaLnBrk="1" fontAlgn="auto" latinLnBrk="0" hangingPunct="1">
              <a:lnSpc>
                <a:spcPct val="100000"/>
              </a:lnSpc>
              <a:spcBef>
                <a:spcPct val="20000"/>
              </a:spcBef>
              <a:spcAft>
                <a:spcPts val="0"/>
              </a:spcAft>
              <a:buClrTx/>
              <a:buSzTx/>
              <a:buFont typeface="Arial"/>
              <a:buNone/>
              <a:tabLst/>
              <a:defRPr sz="1400"/>
            </a:lvl1pPr>
          </a:lstStyle>
          <a:p>
            <a:r>
              <a:rPr lang="en-US"/>
              <a:t>Insert a large image here (10” wide x 4” high)</a:t>
            </a:r>
          </a:p>
          <a:p>
            <a:endParaRPr lang="en-US"/>
          </a:p>
        </p:txBody>
      </p:sp>
      <p:sp>
        <p:nvSpPr>
          <p:cNvPr id="7" name="Text Placeholder 6"/>
          <p:cNvSpPr>
            <a:spLocks noGrp="1"/>
          </p:cNvSpPr>
          <p:nvPr>
            <p:ph type="body" sz="quarter" idx="11" hasCustomPrompt="1"/>
          </p:nvPr>
        </p:nvSpPr>
        <p:spPr>
          <a:xfrm>
            <a:off x="455613" y="3959795"/>
            <a:ext cx="8080601" cy="2513584"/>
          </a:xfrm>
          <a:prstGeom prst="rect">
            <a:avLst/>
          </a:prstGeom>
        </p:spPr>
        <p:txBody>
          <a:bodyPr vert="horz" lIns="0" tIns="0" rIns="0" bIns="0"/>
          <a:lstStyle>
            <a:lvl1pPr marL="0" indent="0">
              <a:buNone/>
              <a:defRPr sz="2000" baseline="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Short slide summary</a:t>
            </a:r>
          </a:p>
        </p:txBody>
      </p:sp>
      <p:sp>
        <p:nvSpPr>
          <p:cNvPr id="10" name="Text Placeholder 7"/>
          <p:cNvSpPr>
            <a:spLocks noGrp="1"/>
          </p:cNvSpPr>
          <p:nvPr>
            <p:ph type="body" sz="quarter" idx="14" hasCustomPrompt="1"/>
          </p:nvPr>
        </p:nvSpPr>
        <p:spPr>
          <a:xfrm>
            <a:off x="0" y="3061955"/>
            <a:ext cx="6482080" cy="592470"/>
          </a:xfrm>
          <a:prstGeom prst="rect">
            <a:avLst/>
          </a:prstGeom>
          <a:solidFill>
            <a:schemeClr val="accent1"/>
          </a:solidFill>
        </p:spPr>
        <p:txBody>
          <a:bodyPr vert="horz" wrap="none" lIns="457200" tIns="0" rIns="274320" bIns="0" anchor="ctr" anchorCtr="0">
            <a:noAutofit/>
          </a:bodyPr>
          <a:lstStyle>
            <a:lvl1pPr marL="0" indent="0">
              <a:lnSpc>
                <a:spcPct val="110000"/>
              </a:lnSpc>
              <a:buNone/>
              <a:defRPr sz="3000" baseline="0">
                <a:solidFill>
                  <a:schemeClr val="bg1"/>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Title: Content Slide</a:t>
            </a:r>
          </a:p>
        </p:txBody>
      </p:sp>
      <p:sp>
        <p:nvSpPr>
          <p:cNvPr id="5" name="TextBox 4"/>
          <p:cNvSpPr txBox="1"/>
          <p:nvPr userDrawn="1"/>
        </p:nvSpPr>
        <p:spPr>
          <a:xfrm>
            <a:off x="4946038" y="6654801"/>
            <a:ext cx="4045186" cy="107722"/>
          </a:xfrm>
          <a:prstGeom prst="rect">
            <a:avLst/>
          </a:prstGeom>
          <a:noFill/>
        </p:spPr>
        <p:txBody>
          <a:bodyPr wrap="square" lIns="0" tIns="0" rIns="0" bIns="0" rtlCol="0" anchor="ctr" anchorCtr="0">
            <a:noAutofit/>
          </a:bodyPr>
          <a:lstStyle/>
          <a:p>
            <a:pPr algn="r"/>
            <a:r>
              <a:rPr lang="en-US" sz="700"/>
              <a:t>NREL</a:t>
            </a:r>
            <a:r>
              <a:rPr lang="en-US" sz="700" baseline="0"/>
              <a:t>    </a:t>
            </a:r>
            <a:r>
              <a:rPr lang="en-US" sz="700"/>
              <a:t>|    </a:t>
            </a:r>
            <a:fld id="{BFD71CF8-5198-8441-A7C0-DC22FD64CBE4}" type="slidenum">
              <a:rPr lang="en-US" sz="700"/>
              <a:t>‹#›</a:t>
            </a:fld>
            <a:endParaRPr lang="en-US" sz="700"/>
          </a:p>
        </p:txBody>
      </p:sp>
    </p:spTree>
    <p:extLst>
      <p:ext uri="{BB962C8B-B14F-4D97-AF65-F5344CB8AC3E}">
        <p14:creationId xmlns:p14="http://schemas.microsoft.com/office/powerpoint/2010/main" val="2939635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Photo Slide - Multiple">
    <p:spTree>
      <p:nvGrpSpPr>
        <p:cNvPr id="1" name=""/>
        <p:cNvGrpSpPr/>
        <p:nvPr/>
      </p:nvGrpSpPr>
      <p:grpSpPr>
        <a:xfrm>
          <a:off x="0" y="0"/>
          <a:ext cx="0" cy="0"/>
          <a:chOff x="0" y="0"/>
          <a:chExt cx="0" cy="0"/>
        </a:xfrm>
      </p:grpSpPr>
      <p:sp>
        <p:nvSpPr>
          <p:cNvPr id="3" name="Text Placeholder 3"/>
          <p:cNvSpPr>
            <a:spLocks noGrp="1"/>
          </p:cNvSpPr>
          <p:nvPr>
            <p:ph type="body" sz="quarter" idx="10" hasCustomPrompt="1"/>
          </p:nvPr>
        </p:nvSpPr>
        <p:spPr>
          <a:xfrm>
            <a:off x="468313" y="0"/>
            <a:ext cx="4804728" cy="1622425"/>
          </a:xfrm>
          <a:prstGeom prst="rect">
            <a:avLst/>
          </a:prstGeom>
          <a:solidFill>
            <a:schemeClr val="accent1"/>
          </a:solidFill>
          <a:ln>
            <a:noFill/>
          </a:ln>
          <a:effectLst/>
        </p:spPr>
        <p:txBody>
          <a:bodyPr vert="horz" lIns="182880" tIns="0" rIns="182880" bIns="0" anchor="ctr" anchorCtr="0"/>
          <a:lstStyle>
            <a:lvl1pPr marL="0" indent="0" algn="ctr">
              <a:lnSpc>
                <a:spcPct val="90000"/>
              </a:lnSpc>
              <a:buNone/>
              <a:defRPr sz="3000" baseline="0">
                <a:solidFill>
                  <a:schemeClr val="bg1"/>
                </a:solidFill>
              </a:defRPr>
            </a:lvl1pPr>
          </a:lstStyle>
          <a:p>
            <a:pPr lvl="0"/>
            <a:r>
              <a:rPr lang="en-US"/>
              <a:t>Photo Slide</a:t>
            </a:r>
          </a:p>
        </p:txBody>
      </p:sp>
      <p:sp>
        <p:nvSpPr>
          <p:cNvPr id="11" name="Text Placeholder 27"/>
          <p:cNvSpPr>
            <a:spLocks noGrp="1"/>
          </p:cNvSpPr>
          <p:nvPr>
            <p:ph type="body" sz="quarter" idx="20" hasCustomPrompt="1"/>
          </p:nvPr>
        </p:nvSpPr>
        <p:spPr>
          <a:xfrm>
            <a:off x="468313" y="5435600"/>
            <a:ext cx="4804728" cy="1120862"/>
          </a:xfrm>
          <a:prstGeom prst="rect">
            <a:avLst/>
          </a:prstGeom>
        </p:spPr>
        <p:txBody>
          <a:bodyPr vert="horz" lIns="0" tIns="0" rIns="0" bIns="0" anchor="t" anchorCtr="0"/>
          <a:lstStyle>
            <a:lvl1pPr marL="0" indent="0">
              <a:spcBef>
                <a:spcPts val="1000"/>
              </a:spcBef>
              <a:buFont typeface="Arial"/>
              <a:buNone/>
              <a:defRPr sz="1800" baseline="0"/>
            </a:lvl1pPr>
          </a:lstStyle>
          <a:p>
            <a:pPr lvl="0"/>
            <a:r>
              <a:rPr lang="en-US"/>
              <a:t>Description of the photo/image</a:t>
            </a:r>
          </a:p>
        </p:txBody>
      </p:sp>
      <p:sp>
        <p:nvSpPr>
          <p:cNvPr id="10" name="Picture Placeholder 2"/>
          <p:cNvSpPr>
            <a:spLocks noGrp="1"/>
          </p:cNvSpPr>
          <p:nvPr>
            <p:ph type="pic" sz="quarter" idx="21" hasCustomPrompt="1"/>
          </p:nvPr>
        </p:nvSpPr>
        <p:spPr>
          <a:xfrm>
            <a:off x="468313" y="1883664"/>
            <a:ext cx="4800600" cy="3328416"/>
          </a:xfrm>
          <a:prstGeom prst="rect">
            <a:avLst/>
          </a:prstGeom>
        </p:spPr>
        <p:txBody>
          <a:bodyPr vert="horz"/>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r>
              <a:rPr lang="en-US"/>
              <a:t>Insert Photo</a:t>
            </a:r>
          </a:p>
        </p:txBody>
      </p:sp>
      <p:sp>
        <p:nvSpPr>
          <p:cNvPr id="14" name="Picture Placeholder 2"/>
          <p:cNvSpPr>
            <a:spLocks noGrp="1"/>
          </p:cNvSpPr>
          <p:nvPr>
            <p:ph type="pic" sz="quarter" idx="22" hasCustomPrompt="1"/>
          </p:nvPr>
        </p:nvSpPr>
        <p:spPr>
          <a:xfrm>
            <a:off x="5541264" y="182880"/>
            <a:ext cx="3136392" cy="3026664"/>
          </a:xfrm>
          <a:prstGeom prst="rect">
            <a:avLst/>
          </a:prstGeom>
        </p:spPr>
        <p:txBody>
          <a:bodyPr vert="horz"/>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r>
              <a:rPr lang="en-US"/>
              <a:t>Insert Photo</a:t>
            </a:r>
          </a:p>
        </p:txBody>
      </p:sp>
      <p:sp>
        <p:nvSpPr>
          <p:cNvPr id="15" name="Picture Placeholder 2"/>
          <p:cNvSpPr>
            <a:spLocks noGrp="1"/>
          </p:cNvSpPr>
          <p:nvPr>
            <p:ph type="pic" sz="quarter" idx="23" hasCustomPrompt="1"/>
          </p:nvPr>
        </p:nvSpPr>
        <p:spPr>
          <a:xfrm>
            <a:off x="5541264" y="3401568"/>
            <a:ext cx="3136392" cy="3154680"/>
          </a:xfrm>
          <a:prstGeom prst="rect">
            <a:avLst/>
          </a:prstGeom>
        </p:spPr>
        <p:txBody>
          <a:bodyPr vert="horz"/>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r>
              <a:rPr lang="en-US"/>
              <a:t>Insert Photo</a:t>
            </a:r>
          </a:p>
        </p:txBody>
      </p:sp>
      <p:sp>
        <p:nvSpPr>
          <p:cNvPr id="7" name="TextBox 6"/>
          <p:cNvSpPr txBox="1"/>
          <p:nvPr userDrawn="1"/>
        </p:nvSpPr>
        <p:spPr>
          <a:xfrm>
            <a:off x="4946038" y="6654801"/>
            <a:ext cx="4045186" cy="107722"/>
          </a:xfrm>
          <a:prstGeom prst="rect">
            <a:avLst/>
          </a:prstGeom>
          <a:noFill/>
        </p:spPr>
        <p:txBody>
          <a:bodyPr wrap="square" lIns="0" tIns="0" rIns="0" bIns="0" rtlCol="0" anchor="ctr" anchorCtr="0">
            <a:noAutofit/>
          </a:bodyPr>
          <a:lstStyle/>
          <a:p>
            <a:pPr algn="r"/>
            <a:r>
              <a:rPr lang="en-US" sz="700"/>
              <a:t>NREL</a:t>
            </a:r>
            <a:r>
              <a:rPr lang="en-US" sz="700" baseline="0"/>
              <a:t>    </a:t>
            </a:r>
            <a:r>
              <a:rPr lang="en-US" sz="700"/>
              <a:t>|    </a:t>
            </a:r>
            <a:fld id="{BFD71CF8-5198-8441-A7C0-DC22FD64CBE4}" type="slidenum">
              <a:rPr lang="en-US" sz="700"/>
              <a:t>‹#›</a:t>
            </a:fld>
            <a:endParaRPr lang="en-US" sz="700"/>
          </a:p>
        </p:txBody>
      </p:sp>
    </p:spTree>
    <p:extLst>
      <p:ext uri="{BB962C8B-B14F-4D97-AF65-F5344CB8AC3E}">
        <p14:creationId xmlns:p14="http://schemas.microsoft.com/office/powerpoint/2010/main" val="27469933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End Slide">
    <p:spTree>
      <p:nvGrpSpPr>
        <p:cNvPr id="1" name=""/>
        <p:cNvGrpSpPr/>
        <p:nvPr/>
      </p:nvGrpSpPr>
      <p:grpSpPr>
        <a:xfrm>
          <a:off x="0" y="0"/>
          <a:ext cx="0" cy="0"/>
          <a:chOff x="0" y="0"/>
          <a:chExt cx="0" cy="0"/>
        </a:xfrm>
      </p:grpSpPr>
      <p:sp>
        <p:nvSpPr>
          <p:cNvPr id="10" name="TextBox 9"/>
          <p:cNvSpPr txBox="1"/>
          <p:nvPr userDrawn="1"/>
        </p:nvSpPr>
        <p:spPr>
          <a:xfrm>
            <a:off x="3948545" y="3633436"/>
            <a:ext cx="2116667" cy="353860"/>
          </a:xfrm>
          <a:prstGeom prst="rect">
            <a:avLst/>
          </a:prstGeom>
          <a:solidFill>
            <a:srgbClr val="FFFFFF">
              <a:alpha val="59000"/>
            </a:srgbClr>
          </a:solidFill>
        </p:spPr>
        <p:txBody>
          <a:bodyPr wrap="square" lIns="0" tIns="0" rIns="0" bIns="0" rtlCol="0" anchor="ctr">
            <a:noAutofit/>
          </a:bodyPr>
          <a:lstStyle/>
          <a:p>
            <a:pPr algn="l">
              <a:spcBef>
                <a:spcPts val="1200"/>
              </a:spcBef>
              <a:spcAft>
                <a:spcPts val="600"/>
              </a:spcAft>
            </a:pPr>
            <a:r>
              <a:rPr lang="en-US" b="1" dirty="0">
                <a:solidFill>
                  <a:srgbClr val="333333"/>
                </a:solidFill>
              </a:rPr>
              <a:t>  www.nrel.gov</a:t>
            </a:r>
          </a:p>
        </p:txBody>
      </p:sp>
      <p:sp>
        <p:nvSpPr>
          <p:cNvPr id="15" name="Text Placeholder 14"/>
          <p:cNvSpPr>
            <a:spLocks noGrp="1"/>
          </p:cNvSpPr>
          <p:nvPr>
            <p:ph type="body" sz="quarter" idx="13" hasCustomPrompt="1"/>
          </p:nvPr>
        </p:nvSpPr>
        <p:spPr>
          <a:xfrm>
            <a:off x="4057389" y="4112557"/>
            <a:ext cx="4015645" cy="254000"/>
          </a:xfrm>
        </p:spPr>
        <p:txBody>
          <a:bodyPr lIns="0" tIns="0" rIns="0" bIns="0" anchor="ctr" anchorCtr="0">
            <a:noAutofit/>
          </a:bodyPr>
          <a:lstStyle>
            <a:lvl1pPr marL="0" indent="0">
              <a:buNone/>
              <a:defRPr sz="1000">
                <a:solidFill>
                  <a:schemeClr val="tx1"/>
                </a:solidFill>
              </a:defRPr>
            </a:lvl1pPr>
          </a:lstStyle>
          <a:p>
            <a:pPr lvl="0"/>
            <a:r>
              <a:rPr lang="en-US"/>
              <a:t>Publication number</a:t>
            </a:r>
          </a:p>
        </p:txBody>
      </p:sp>
      <p:sp>
        <p:nvSpPr>
          <p:cNvPr id="17" name="Text Placeholder 7"/>
          <p:cNvSpPr>
            <a:spLocks noGrp="1"/>
          </p:cNvSpPr>
          <p:nvPr>
            <p:ph type="body" sz="quarter" idx="14" hasCustomPrompt="1"/>
          </p:nvPr>
        </p:nvSpPr>
        <p:spPr>
          <a:xfrm>
            <a:off x="3948545" y="2390909"/>
            <a:ext cx="5195455" cy="759182"/>
          </a:xfrm>
          <a:prstGeom prst="rect">
            <a:avLst/>
          </a:prstGeom>
          <a:noFill/>
        </p:spPr>
        <p:txBody>
          <a:bodyPr vert="horz" wrap="square" lIns="0" tIns="0" rIns="457200" bIns="91440" anchor="ctr" anchorCtr="0">
            <a:normAutofit/>
          </a:bodyPr>
          <a:lstStyle>
            <a:lvl1pPr marL="0" indent="0" algn="l">
              <a:lnSpc>
                <a:spcPct val="110000"/>
              </a:lnSpc>
              <a:buNone/>
              <a:defRPr sz="4000" baseline="0">
                <a:solidFill>
                  <a:srgbClr val="333333"/>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Q&amp;A or Thank you</a:t>
            </a:r>
          </a:p>
        </p:txBody>
      </p:sp>
      <p:cxnSp>
        <p:nvCxnSpPr>
          <p:cNvPr id="16" name="Straight Connector 15"/>
          <p:cNvCxnSpPr/>
          <p:nvPr userDrawn="1"/>
        </p:nvCxnSpPr>
        <p:spPr>
          <a:xfrm>
            <a:off x="3948545" y="3381103"/>
            <a:ext cx="4726213" cy="0"/>
          </a:xfrm>
          <a:prstGeom prst="line">
            <a:avLst/>
          </a:prstGeom>
          <a:effectLst/>
        </p:spPr>
        <p:style>
          <a:lnRef idx="2">
            <a:schemeClr val="accent1"/>
          </a:lnRef>
          <a:fillRef idx="0">
            <a:schemeClr val="accent1"/>
          </a:fillRef>
          <a:effectRef idx="1">
            <a:schemeClr val="accent1"/>
          </a:effectRef>
          <a:fontRef idx="minor">
            <a:schemeClr val="tx1"/>
          </a:fontRef>
        </p:style>
      </p:cxnSp>
      <p:pic>
        <p:nvPicPr>
          <p:cNvPr id="14" name="Graphic 13">
            <a:extLst>
              <a:ext uri="{FF2B5EF4-FFF2-40B4-BE49-F238E27FC236}">
                <a16:creationId xmlns:a16="http://schemas.microsoft.com/office/drawing/2014/main" id="{5430EE05-130A-EF4D-8CAF-9F4332FAAEA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12770" y="5727700"/>
            <a:ext cx="2413000" cy="1130300"/>
          </a:xfrm>
          <a:prstGeom prst="rect">
            <a:avLst/>
          </a:prstGeom>
        </p:spPr>
      </p:pic>
    </p:spTree>
    <p:extLst>
      <p:ext uri="{BB962C8B-B14F-4D97-AF65-F5344CB8AC3E}">
        <p14:creationId xmlns:p14="http://schemas.microsoft.com/office/powerpoint/2010/main" val="2998234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10" name="TextBox 9"/>
          <p:cNvSpPr txBox="1"/>
          <p:nvPr userDrawn="1"/>
        </p:nvSpPr>
        <p:spPr>
          <a:xfrm>
            <a:off x="3948545" y="3633436"/>
            <a:ext cx="2116667" cy="353860"/>
          </a:xfrm>
          <a:prstGeom prst="rect">
            <a:avLst/>
          </a:prstGeom>
          <a:solidFill>
            <a:srgbClr val="FFFFFF">
              <a:alpha val="59000"/>
            </a:srgbClr>
          </a:solidFill>
        </p:spPr>
        <p:txBody>
          <a:bodyPr wrap="square" lIns="0" tIns="0" rIns="0" bIns="0" rtlCol="0" anchor="ctr">
            <a:noAutofit/>
          </a:bodyPr>
          <a:lstStyle/>
          <a:p>
            <a:pPr algn="l">
              <a:spcBef>
                <a:spcPts val="1200"/>
              </a:spcBef>
              <a:spcAft>
                <a:spcPts val="600"/>
              </a:spcAft>
            </a:pPr>
            <a:r>
              <a:rPr lang="en-US" b="1" dirty="0">
                <a:solidFill>
                  <a:srgbClr val="333333"/>
                </a:solidFill>
              </a:rPr>
              <a:t>  www.nrel.gov</a:t>
            </a:r>
          </a:p>
        </p:txBody>
      </p:sp>
      <p:sp>
        <p:nvSpPr>
          <p:cNvPr id="15" name="Text Placeholder 14"/>
          <p:cNvSpPr>
            <a:spLocks noGrp="1"/>
          </p:cNvSpPr>
          <p:nvPr>
            <p:ph type="body" sz="quarter" idx="13" hasCustomPrompt="1"/>
          </p:nvPr>
        </p:nvSpPr>
        <p:spPr>
          <a:xfrm>
            <a:off x="4057389" y="4112557"/>
            <a:ext cx="4015645" cy="254000"/>
          </a:xfrm>
        </p:spPr>
        <p:txBody>
          <a:bodyPr lIns="0" tIns="0" rIns="0" bIns="0" anchor="ctr" anchorCtr="0">
            <a:noAutofit/>
          </a:bodyPr>
          <a:lstStyle>
            <a:lvl1pPr marL="0" indent="0">
              <a:buNone/>
              <a:defRPr sz="1000">
                <a:solidFill>
                  <a:schemeClr val="tx1"/>
                </a:solidFill>
              </a:defRPr>
            </a:lvl1pPr>
          </a:lstStyle>
          <a:p>
            <a:pPr lvl="0"/>
            <a:r>
              <a:rPr lang="en-US"/>
              <a:t>Publication number</a:t>
            </a:r>
          </a:p>
        </p:txBody>
      </p:sp>
      <p:sp>
        <p:nvSpPr>
          <p:cNvPr id="17" name="Text Placeholder 7"/>
          <p:cNvSpPr>
            <a:spLocks noGrp="1"/>
          </p:cNvSpPr>
          <p:nvPr>
            <p:ph type="body" sz="quarter" idx="14" hasCustomPrompt="1"/>
          </p:nvPr>
        </p:nvSpPr>
        <p:spPr>
          <a:xfrm>
            <a:off x="3948545" y="2390909"/>
            <a:ext cx="5195455" cy="759182"/>
          </a:xfrm>
          <a:prstGeom prst="rect">
            <a:avLst/>
          </a:prstGeom>
          <a:noFill/>
        </p:spPr>
        <p:txBody>
          <a:bodyPr vert="horz" wrap="square" lIns="0" tIns="0" rIns="457200" bIns="91440" anchor="ctr" anchorCtr="0">
            <a:normAutofit/>
          </a:bodyPr>
          <a:lstStyle>
            <a:lvl1pPr marL="0" indent="0" algn="l">
              <a:lnSpc>
                <a:spcPct val="110000"/>
              </a:lnSpc>
              <a:buNone/>
              <a:defRPr sz="4000" baseline="0">
                <a:solidFill>
                  <a:srgbClr val="333333"/>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Q&amp;A or Thank you</a:t>
            </a:r>
          </a:p>
        </p:txBody>
      </p:sp>
      <p:cxnSp>
        <p:nvCxnSpPr>
          <p:cNvPr id="16" name="Straight Connector 15"/>
          <p:cNvCxnSpPr/>
          <p:nvPr userDrawn="1"/>
        </p:nvCxnSpPr>
        <p:spPr>
          <a:xfrm>
            <a:off x="3948545" y="3381103"/>
            <a:ext cx="4726213" cy="0"/>
          </a:xfrm>
          <a:prstGeom prst="line">
            <a:avLst/>
          </a:prstGeom>
          <a:effectLst/>
        </p:spPr>
        <p:style>
          <a:lnRef idx="2">
            <a:schemeClr val="accent1"/>
          </a:lnRef>
          <a:fillRef idx="0">
            <a:schemeClr val="accent1"/>
          </a:fillRef>
          <a:effectRef idx="1">
            <a:schemeClr val="accent1"/>
          </a:effectRef>
          <a:fontRef idx="minor">
            <a:schemeClr val="tx1"/>
          </a:fontRef>
        </p:style>
      </p:cxnSp>
      <p:pic>
        <p:nvPicPr>
          <p:cNvPr id="14" name="Graphic 13">
            <a:extLst>
              <a:ext uri="{FF2B5EF4-FFF2-40B4-BE49-F238E27FC236}">
                <a16:creationId xmlns:a16="http://schemas.microsoft.com/office/drawing/2014/main" id="{5430EE05-130A-EF4D-8CAF-9F4332FAAEA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12770" y="5727700"/>
            <a:ext cx="2413000" cy="1130300"/>
          </a:xfrm>
          <a:prstGeom prst="rect">
            <a:avLst/>
          </a:prstGeom>
        </p:spPr>
      </p:pic>
      <p:sp>
        <p:nvSpPr>
          <p:cNvPr id="7" name="TextBox 6">
            <a:extLst>
              <a:ext uri="{FF2B5EF4-FFF2-40B4-BE49-F238E27FC236}">
                <a16:creationId xmlns:a16="http://schemas.microsoft.com/office/drawing/2014/main" id="{906501CB-6F3F-3642-9CCA-46938330F06F}"/>
              </a:ext>
            </a:extLst>
          </p:cNvPr>
          <p:cNvSpPr txBox="1"/>
          <p:nvPr userDrawn="1"/>
        </p:nvSpPr>
        <p:spPr>
          <a:xfrm>
            <a:off x="153515" y="5563703"/>
            <a:ext cx="5580695" cy="1200329"/>
          </a:xfrm>
          <a:prstGeom prst="rect">
            <a:avLst/>
          </a:prstGeom>
          <a:noFill/>
        </p:spPr>
        <p:txBody>
          <a:bodyPr wrap="square" rtlCol="0">
            <a:spAutoFit/>
          </a:bodyPr>
          <a:lstStyle/>
          <a:p>
            <a:r>
              <a:rPr lang="en-US" sz="900" dirty="0"/>
              <a:t>This work was authored </a:t>
            </a:r>
            <a:r>
              <a:rPr lang="en-US" sz="900" dirty="0">
                <a:solidFill>
                  <a:srgbClr val="FF0000"/>
                </a:solidFill>
              </a:rPr>
              <a:t>[in part]</a:t>
            </a:r>
            <a:r>
              <a:rPr lang="en-US" sz="900" dirty="0"/>
              <a:t> by the National Renewable Energy Laboratory, operated by Alliance for Sustainable Energy, LLC, for the U.S. Department of Energy (DOE) under Contract No. DE-AC36-08GO28308. Funding provided by </a:t>
            </a:r>
            <a:r>
              <a:rPr lang="en-US" sz="9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9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900" dirty="0">
              <a:solidFill>
                <a:schemeClr val="tx1"/>
              </a:solidFill>
            </a:endParaRPr>
          </a:p>
        </p:txBody>
      </p:sp>
      <p:grpSp>
        <p:nvGrpSpPr>
          <p:cNvPr id="8" name="Group 7">
            <a:extLst>
              <a:ext uri="{FF2B5EF4-FFF2-40B4-BE49-F238E27FC236}">
                <a16:creationId xmlns:a16="http://schemas.microsoft.com/office/drawing/2014/main" id="{29179F27-A13C-E54C-AF43-6ABCCEAA676D}"/>
              </a:ext>
            </a:extLst>
          </p:cNvPr>
          <p:cNvGrpSpPr/>
          <p:nvPr userDrawn="1"/>
        </p:nvGrpSpPr>
        <p:grpSpPr>
          <a:xfrm>
            <a:off x="1206010" y="4651557"/>
            <a:ext cx="1200990" cy="891562"/>
            <a:chOff x="2576623" y="33912667"/>
            <a:chExt cx="2971800" cy="2206133"/>
          </a:xfrm>
        </p:grpSpPr>
        <p:sp>
          <p:nvSpPr>
            <p:cNvPr id="9" name="Rounded Rectangular Callout 8">
              <a:extLst>
                <a:ext uri="{FF2B5EF4-FFF2-40B4-BE49-F238E27FC236}">
                  <a16:creationId xmlns:a16="http://schemas.microsoft.com/office/drawing/2014/main" id="{56E60C60-E87B-544B-822B-0E3EEC3A8A4D}"/>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ED896981-3F81-854B-8DB3-199ABBF83CF6}"/>
                </a:ext>
              </a:extLst>
            </p:cNvPr>
            <p:cNvSpPr txBox="1"/>
            <p:nvPr/>
          </p:nvSpPr>
          <p:spPr>
            <a:xfrm>
              <a:off x="2662702" y="34195673"/>
              <a:ext cx="2885721" cy="1789714"/>
            </a:xfrm>
            <a:prstGeom prst="rect">
              <a:avLst/>
            </a:prstGeom>
            <a:noFill/>
          </p:spPr>
          <p:txBody>
            <a:bodyPr wrap="square" rtlCol="0">
              <a:spAutoFit/>
            </a:bodyPr>
            <a:lstStyle/>
            <a:p>
              <a:r>
                <a:rPr lang="en-US" sz="1000" dirty="0">
                  <a:solidFill>
                    <a:srgbClr val="FF0000"/>
                  </a:solidFill>
                </a:rPr>
                <a:t>Insert the words “in part” if this work includes </a:t>
              </a:r>
              <a:br>
                <a:rPr lang="en-US" sz="1000" dirty="0">
                  <a:solidFill>
                    <a:srgbClr val="FF0000"/>
                  </a:solidFill>
                </a:rPr>
              </a:br>
              <a:r>
                <a:rPr lang="en-US" sz="1000" dirty="0">
                  <a:solidFill>
                    <a:srgbClr val="FF0000"/>
                  </a:solidFill>
                </a:rPr>
                <a:t>non-NREL authors.</a:t>
              </a:r>
            </a:p>
            <a:p>
              <a:pPr algn="l"/>
              <a:r>
                <a:rPr lang="en-US" sz="100" dirty="0">
                  <a:solidFill>
                    <a:srgbClr val="FF0000"/>
                  </a:solidFill>
                </a:rPr>
                <a:t>.</a:t>
              </a:r>
            </a:p>
          </p:txBody>
        </p:sp>
      </p:grpSp>
      <p:grpSp>
        <p:nvGrpSpPr>
          <p:cNvPr id="12" name="Group 11">
            <a:extLst>
              <a:ext uri="{FF2B5EF4-FFF2-40B4-BE49-F238E27FC236}">
                <a16:creationId xmlns:a16="http://schemas.microsoft.com/office/drawing/2014/main" id="{F6062485-EA9C-AB41-86DA-5715EDF5F6F8}"/>
              </a:ext>
            </a:extLst>
          </p:cNvPr>
          <p:cNvGrpSpPr/>
          <p:nvPr userDrawn="1"/>
        </p:nvGrpSpPr>
        <p:grpSpPr>
          <a:xfrm>
            <a:off x="3459494" y="4563992"/>
            <a:ext cx="2316254" cy="1215855"/>
            <a:chOff x="-183051" y="33227554"/>
            <a:chExt cx="5731474" cy="3039310"/>
          </a:xfrm>
          <a:solidFill>
            <a:schemeClr val="bg1">
              <a:alpha val="38000"/>
            </a:schemeClr>
          </a:solidFill>
        </p:grpSpPr>
        <p:sp>
          <p:nvSpPr>
            <p:cNvPr id="13" name="Rounded Rectangular Callout 12">
              <a:extLst>
                <a:ext uri="{FF2B5EF4-FFF2-40B4-BE49-F238E27FC236}">
                  <a16:creationId xmlns:a16="http://schemas.microsoft.com/office/drawing/2014/main" id="{DBFE141A-1886-9241-AB36-238FB39CD11B}"/>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8" name="TextBox 17">
              <a:extLst>
                <a:ext uri="{FF2B5EF4-FFF2-40B4-BE49-F238E27FC236}">
                  <a16:creationId xmlns:a16="http://schemas.microsoft.com/office/drawing/2014/main" id="{91DFCAAD-0E48-A143-8FDA-A648E72F70FA}"/>
                </a:ext>
              </a:extLst>
            </p:cNvPr>
            <p:cNvSpPr txBox="1"/>
            <p:nvPr/>
          </p:nvSpPr>
          <p:spPr>
            <a:xfrm>
              <a:off x="29149" y="33394988"/>
              <a:ext cx="5307072" cy="2627452"/>
            </a:xfrm>
            <a:prstGeom prst="rect">
              <a:avLst/>
            </a:prstGeom>
            <a:grpFill/>
          </p:spPr>
          <p:txBody>
            <a:bodyPr wrap="square" rtlCol="0">
              <a:spAutoFit/>
            </a:bodyPr>
            <a:lstStyle/>
            <a:p>
              <a:r>
                <a:rPr lang="en-US" sz="900" dirty="0">
                  <a:solidFill>
                    <a:srgbClr val="FF0000"/>
                  </a:solidFill>
                </a:rPr>
                <a:t>Edit the red bracketed text as appropriate with the applicable DOE office(s) and program office(s) that sponsored the work and/or add other funding as needed.  For non-EERE funding, see </a:t>
              </a:r>
              <a:r>
                <a:rPr lang="en-US" sz="900" u="sng" dirty="0">
                  <a:solidFill>
                    <a:srgbClr val="FF0000"/>
                  </a:solidFill>
                  <a:hlinkClick r:id="rId4"/>
                </a:rPr>
                <a:t>https://thesource.nrel.gov/publishing/disclaimers.html</a:t>
              </a:r>
              <a:endParaRPr lang="en-US" sz="200" i="0" dirty="0">
                <a:solidFill>
                  <a:srgbClr val="FF0000"/>
                </a:solidFill>
              </a:endParaRPr>
            </a:p>
          </p:txBody>
        </p:sp>
      </p:grpSp>
    </p:spTree>
    <p:extLst>
      <p:ext uri="{BB962C8B-B14F-4D97-AF65-F5344CB8AC3E}">
        <p14:creationId xmlns:p14="http://schemas.microsoft.com/office/powerpoint/2010/main" val="405213546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
            <a:ext cx="4096657" cy="1243011"/>
          </a:xfrm>
          <a:prstGeom prst="rect">
            <a:avLst/>
          </a:prstGeom>
          <a:solidFill>
            <a:schemeClr val="accent1"/>
          </a:solidFill>
        </p:spPr>
        <p:txBody>
          <a:bodyPr vert="horz" lIns="274320" tIns="0" rIns="27432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371600"/>
            <a:ext cx="8229600" cy="48006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13038922"/>
      </p:ext>
    </p:extLst>
  </p:cSld>
  <p:clrMap bg1="lt1" tx1="dk1" bg2="lt2" tx2="dk2" accent1="accent1" accent2="accent2" accent3="accent3" accent4="accent4" accent5="accent5" accent6="accent6" hlink="hlink" folHlink="folHlink"/>
  <p:sldLayoutIdLst>
    <p:sldLayoutId id="2147483812" r:id="rId1"/>
    <p:sldLayoutId id="2147483795" r:id="rId2"/>
    <p:sldLayoutId id="2147483807" r:id="rId3"/>
    <p:sldLayoutId id="2147483813" r:id="rId4"/>
    <p:sldLayoutId id="2147483806" r:id="rId5"/>
    <p:sldLayoutId id="2147483792" r:id="rId6"/>
    <p:sldLayoutId id="2147483780" r:id="rId7"/>
    <p:sldLayoutId id="2147483786" r:id="rId8"/>
    <p:sldLayoutId id="2147483796"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 id="2147483746" r:id="rId18"/>
    <p:sldLayoutId id="2147483805" r:id="rId19"/>
    <p:sldLayoutId id="2147483740" r:id="rId20"/>
    <p:sldLayoutId id="2147483822" r:id="rId21"/>
    <p:sldLayoutId id="2147483823" r:id="rId22"/>
    <p:sldLayoutId id="2147483824" r:id="rId23"/>
    <p:sldLayoutId id="2147483825" r:id="rId24"/>
    <p:sldLayoutId id="2147483826" r:id="rId25"/>
    <p:sldLayoutId id="2147483827" r:id="rId26"/>
    <p:sldLayoutId id="2147483828" r:id="rId27"/>
    <p:sldLayoutId id="2147483829" r:id="rId28"/>
    <p:sldLayoutId id="2147483830" r:id="rId29"/>
    <p:sldLayoutId id="2147483831" r:id="rId30"/>
    <p:sldLayoutId id="2147483832" r:id="rId31"/>
    <p:sldLayoutId id="2147483747" r:id="rId32"/>
    <p:sldLayoutId id="2147483801" r:id="rId33"/>
    <p:sldLayoutId id="2147483765" r:id="rId34"/>
    <p:sldLayoutId id="2147483770" r:id="rId35"/>
    <p:sldLayoutId id="2147483779" r:id="rId36"/>
    <p:sldLayoutId id="2147483833" r:id="rId37"/>
    <p:sldLayoutId id="2147483781" r:id="rId38"/>
  </p:sldLayoutIdLst>
  <p:txStyles>
    <p:titleStyle>
      <a:lvl1pPr algn="ctr" defTabSz="457200" rtl="0" eaLnBrk="1" latinLnBrk="0" hangingPunct="1">
        <a:lnSpc>
          <a:spcPct val="90000"/>
        </a:lnSpc>
        <a:spcBef>
          <a:spcPct val="0"/>
        </a:spcBef>
        <a:buNone/>
        <a:defRPr sz="3000" kern="1200">
          <a:solidFill>
            <a:srgbClr val="FFFFFF"/>
          </a:solidFill>
          <a:latin typeface="+mj-lt"/>
          <a:ea typeface="+mj-ea"/>
          <a:cs typeface="+mj-cs"/>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BD644EE-1985-4308-903E-D861A5BEEB44}"/>
              </a:ext>
            </a:extLst>
          </p:cNvPr>
          <p:cNvSpPr/>
          <p:nvPr/>
        </p:nvSpPr>
        <p:spPr>
          <a:xfrm>
            <a:off x="0" y="0"/>
            <a:ext cx="4702626"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 name="Text Placeholder 2">
            <a:extLst>
              <a:ext uri="{FF2B5EF4-FFF2-40B4-BE49-F238E27FC236}">
                <a16:creationId xmlns:a16="http://schemas.microsoft.com/office/drawing/2014/main" id="{DAAC26C7-3519-5F43-9360-A998C0277ACA}"/>
              </a:ext>
            </a:extLst>
          </p:cNvPr>
          <p:cNvSpPr>
            <a:spLocks noGrp="1"/>
          </p:cNvSpPr>
          <p:nvPr>
            <p:ph type="body" sz="quarter" idx="51"/>
          </p:nvPr>
        </p:nvSpPr>
        <p:spPr>
          <a:xfrm>
            <a:off x="245551" y="12435"/>
            <a:ext cx="3730329" cy="530863"/>
          </a:xfrm>
        </p:spPr>
        <p:txBody>
          <a:bodyPr/>
          <a:lstStyle/>
          <a:p>
            <a:r>
              <a:rPr lang="en-US" sz="3000" dirty="0"/>
              <a:t>REDWIN </a:t>
            </a:r>
            <a:r>
              <a:rPr lang="en-US" sz="2000" dirty="0"/>
              <a:t>– DLL Coupling</a:t>
            </a:r>
            <a:endParaRPr lang="en-US" sz="3000" dirty="0"/>
          </a:p>
        </p:txBody>
      </p:sp>
      <p:sp>
        <p:nvSpPr>
          <p:cNvPr id="12" name="Text Placeholder 11">
            <a:extLst>
              <a:ext uri="{FF2B5EF4-FFF2-40B4-BE49-F238E27FC236}">
                <a16:creationId xmlns:a16="http://schemas.microsoft.com/office/drawing/2014/main" id="{49B8EFDB-9734-4481-AC26-46941D6BBDA7}"/>
              </a:ext>
            </a:extLst>
          </p:cNvPr>
          <p:cNvSpPr>
            <a:spLocks noGrp="1"/>
          </p:cNvSpPr>
          <p:nvPr>
            <p:ph type="body" sz="quarter" idx="52"/>
          </p:nvPr>
        </p:nvSpPr>
        <p:spPr>
          <a:xfrm>
            <a:off x="159338" y="694481"/>
            <a:ext cx="4467552" cy="6083169"/>
          </a:xfrm>
        </p:spPr>
        <p:txBody>
          <a:bodyPr/>
          <a:lstStyle/>
          <a:p>
            <a:r>
              <a:rPr lang="en-US" sz="2200" dirty="0"/>
              <a:t>Dynamic linking</a:t>
            </a:r>
          </a:p>
          <a:p>
            <a:pPr marL="517525" lvl="2">
              <a:buFont typeface="Courier New" panose="02070309020205020404" pitchFamily="49" charset="0"/>
              <a:buChar char="o"/>
            </a:pPr>
            <a:r>
              <a:rPr lang="en-US" sz="2000" dirty="0">
                <a:solidFill>
                  <a:schemeClr val="bg1"/>
                </a:solidFill>
              </a:rPr>
              <a:t>Load DLL at runtime using </a:t>
            </a:r>
            <a:r>
              <a:rPr lang="en-US" sz="2000" i="1" dirty="0" err="1">
                <a:solidFill>
                  <a:schemeClr val="bg1"/>
                </a:solidFill>
              </a:rPr>
              <a:t>LoadLibrary</a:t>
            </a:r>
            <a:r>
              <a:rPr lang="en-US" sz="2000" dirty="0">
                <a:solidFill>
                  <a:schemeClr val="bg1"/>
                </a:solidFill>
              </a:rPr>
              <a:t> function (Windows API) and </a:t>
            </a:r>
            <a:r>
              <a:rPr lang="en-US" sz="2000" i="1" dirty="0">
                <a:solidFill>
                  <a:schemeClr val="bg1"/>
                </a:solidFill>
              </a:rPr>
              <a:t>abstract interface </a:t>
            </a:r>
            <a:r>
              <a:rPr lang="en-US" sz="2000" dirty="0">
                <a:solidFill>
                  <a:schemeClr val="bg1"/>
                </a:solidFill>
              </a:rPr>
              <a:t>(Fortran)</a:t>
            </a:r>
          </a:p>
          <a:p>
            <a:pPr marL="517525" lvl="2">
              <a:buFont typeface="Courier New" panose="02070309020205020404" pitchFamily="49" charset="0"/>
              <a:buChar char="o"/>
            </a:pPr>
            <a:r>
              <a:rPr lang="en-US" sz="2000" dirty="0">
                <a:solidFill>
                  <a:schemeClr val="bg1"/>
                </a:solidFill>
              </a:rPr>
              <a:t>Load different versions of DLL as required</a:t>
            </a:r>
          </a:p>
          <a:p>
            <a:pPr marL="0" lvl="1" indent="0">
              <a:buNone/>
            </a:pPr>
            <a:r>
              <a:rPr lang="en-US" sz="2200" dirty="0">
                <a:solidFill>
                  <a:schemeClr val="bg1"/>
                </a:solidFill>
              </a:rPr>
              <a:t>Single DLL for multiple points</a:t>
            </a:r>
            <a:endParaRPr lang="en-US" dirty="0">
              <a:solidFill>
                <a:schemeClr val="bg1"/>
              </a:solidFill>
            </a:endParaRPr>
          </a:p>
          <a:p>
            <a:pPr marL="517525" lvl="2">
              <a:buFont typeface="Courier New" panose="02070309020205020404" pitchFamily="49" charset="0"/>
              <a:buChar char="o"/>
            </a:pPr>
            <a:r>
              <a:rPr lang="en-US" sz="2000" dirty="0">
                <a:solidFill>
                  <a:schemeClr val="bg1"/>
                </a:solidFill>
              </a:rPr>
              <a:t>Store data for each connection point separately.</a:t>
            </a:r>
          </a:p>
          <a:p>
            <a:pPr marL="517525" lvl="2">
              <a:buFont typeface="Courier New" panose="02070309020205020404" pitchFamily="49" charset="0"/>
              <a:buChar char="o"/>
            </a:pPr>
            <a:r>
              <a:rPr lang="en-US" sz="2000" dirty="0">
                <a:solidFill>
                  <a:schemeClr val="bg1"/>
                </a:solidFill>
              </a:rPr>
              <a:t>Separate DLL calls for each point</a:t>
            </a:r>
          </a:p>
          <a:p>
            <a:pPr marL="0" lvl="1" indent="0">
              <a:buNone/>
            </a:pPr>
            <a:r>
              <a:rPr lang="en-US" sz="2200" dirty="0">
                <a:solidFill>
                  <a:schemeClr val="bg1"/>
                </a:solidFill>
              </a:rPr>
              <a:t>Data</a:t>
            </a:r>
          </a:p>
          <a:p>
            <a:pPr marL="517525" lvl="2">
              <a:buFont typeface="Courier New" panose="02070309020205020404" pitchFamily="49" charset="0"/>
              <a:buChar char="o"/>
            </a:pPr>
            <a:r>
              <a:rPr lang="en-US" sz="2000" dirty="0">
                <a:solidFill>
                  <a:srgbClr val="FFFFFF"/>
                </a:solidFill>
              </a:rPr>
              <a:t>Filenames (properties and load displacement curves)</a:t>
            </a:r>
          </a:p>
          <a:p>
            <a:pPr marL="517525" lvl="2">
              <a:buFont typeface="Courier New" panose="02070309020205020404" pitchFamily="49" charset="0"/>
              <a:buChar char="o"/>
            </a:pPr>
            <a:r>
              <a:rPr lang="en-US" sz="2000" dirty="0" err="1">
                <a:solidFill>
                  <a:srgbClr val="FFFFFF"/>
                </a:solidFill>
              </a:rPr>
              <a:t>IDtask</a:t>
            </a:r>
            <a:r>
              <a:rPr lang="en-US" sz="2000" dirty="0">
                <a:solidFill>
                  <a:srgbClr val="FFFFFF"/>
                </a:solidFill>
              </a:rPr>
              <a:t> – DLL commanded task</a:t>
            </a:r>
          </a:p>
          <a:p>
            <a:pPr marL="517525" lvl="2">
              <a:buFont typeface="Courier New" panose="02070309020205020404" pitchFamily="49" charset="0"/>
              <a:buChar char="o"/>
            </a:pPr>
            <a:r>
              <a:rPr lang="en-US" sz="2000" dirty="0">
                <a:solidFill>
                  <a:srgbClr val="FFFFFF"/>
                </a:solidFill>
              </a:rPr>
              <a:t>Error handling</a:t>
            </a:r>
          </a:p>
          <a:p>
            <a:pPr marL="517525" lvl="2">
              <a:buFont typeface="Courier New" panose="02070309020205020404" pitchFamily="49" charset="0"/>
              <a:buChar char="o"/>
            </a:pPr>
            <a:r>
              <a:rPr lang="en-US" sz="2000" dirty="0">
                <a:solidFill>
                  <a:srgbClr val="FFFFFF"/>
                </a:solidFill>
              </a:rPr>
              <a:t>Stored states and properties</a:t>
            </a:r>
          </a:p>
          <a:p>
            <a:pPr marL="517525" lvl="2">
              <a:buFont typeface="Courier New" panose="02070309020205020404" pitchFamily="49" charset="0"/>
              <a:buChar char="o"/>
            </a:pPr>
            <a:r>
              <a:rPr lang="en-US" sz="2000" dirty="0">
                <a:solidFill>
                  <a:srgbClr val="FFFFFF"/>
                </a:solidFill>
              </a:rPr>
              <a:t>Input displacement</a:t>
            </a:r>
          </a:p>
          <a:p>
            <a:pPr marL="517525" lvl="2">
              <a:buFont typeface="Courier New" panose="02070309020205020404" pitchFamily="49" charset="0"/>
              <a:buChar char="o"/>
            </a:pPr>
            <a:r>
              <a:rPr lang="en-US" sz="2000" dirty="0">
                <a:solidFill>
                  <a:srgbClr val="FFFFFF"/>
                </a:solidFill>
              </a:rPr>
              <a:t>Output Force, stiffness matrix</a:t>
            </a:r>
            <a:endParaRPr lang="en-US" sz="2200" dirty="0">
              <a:solidFill>
                <a:schemeClr val="bg1"/>
              </a:solidFill>
            </a:endParaRPr>
          </a:p>
        </p:txBody>
      </p:sp>
      <p:sp>
        <p:nvSpPr>
          <p:cNvPr id="20" name="TextBox 19">
            <a:extLst>
              <a:ext uri="{FF2B5EF4-FFF2-40B4-BE49-F238E27FC236}">
                <a16:creationId xmlns:a16="http://schemas.microsoft.com/office/drawing/2014/main" id="{CAC8048E-060A-3E46-B895-A6E466CCB409}"/>
              </a:ext>
            </a:extLst>
          </p:cNvPr>
          <p:cNvSpPr txBox="1"/>
          <p:nvPr/>
        </p:nvSpPr>
        <p:spPr>
          <a:xfrm>
            <a:off x="4982272" y="2575283"/>
            <a:ext cx="3994375" cy="1508105"/>
          </a:xfrm>
          <a:prstGeom prst="rect">
            <a:avLst/>
          </a:prstGeom>
          <a:solidFill>
            <a:schemeClr val="tx2">
              <a:lumMod val="20000"/>
              <a:lumOff val="80000"/>
            </a:schemeClr>
          </a:solidFill>
          <a:ln w="31750">
            <a:solidFill>
              <a:schemeClr val="accent1">
                <a:shade val="95000"/>
                <a:satMod val="105000"/>
              </a:schemeClr>
            </a:solidFill>
          </a:ln>
        </p:spPr>
        <p:txBody>
          <a:bodyPr wrap="square" rtlCol="0">
            <a:spAutoFit/>
          </a:bodyPr>
          <a:lstStyle/>
          <a:p>
            <a:pPr algn="ctr">
              <a:spcBef>
                <a:spcPts val="1800"/>
              </a:spcBef>
              <a:spcAft>
                <a:spcPts val="1200"/>
              </a:spcAft>
            </a:pPr>
            <a:r>
              <a:rPr lang="en-US" dirty="0"/>
              <a:t>DLL interface wrapper</a:t>
            </a:r>
          </a:p>
          <a:p>
            <a:pPr marL="45720" indent="45720">
              <a:buFont typeface="Arial" panose="020B0604020202020204" pitchFamily="34" charset="0"/>
              <a:buChar char="•"/>
            </a:pPr>
            <a:r>
              <a:rPr lang="en-US" sz="1600" dirty="0"/>
              <a:t> DLL load commands</a:t>
            </a:r>
          </a:p>
          <a:p>
            <a:pPr marL="45720" indent="45720">
              <a:buFont typeface="Arial" panose="020B0604020202020204" pitchFamily="34" charset="0"/>
              <a:buChar char="•"/>
            </a:pPr>
            <a:r>
              <a:rPr lang="en-US" sz="1600" dirty="0"/>
              <a:t> DLL call at each timestep for each node</a:t>
            </a:r>
          </a:p>
          <a:p>
            <a:pPr marL="45720" indent="45720">
              <a:buFont typeface="Arial" panose="020B0604020202020204" pitchFamily="34" charset="0"/>
              <a:buChar char="•"/>
            </a:pPr>
            <a:r>
              <a:rPr lang="en-US" sz="1600" dirty="0"/>
              <a:t> Data manipulation and storage per node</a:t>
            </a:r>
          </a:p>
          <a:p>
            <a:pPr marL="45720" indent="45720">
              <a:buFont typeface="Arial" panose="020B0604020202020204" pitchFamily="34" charset="0"/>
              <a:buChar char="•"/>
            </a:pPr>
            <a:r>
              <a:rPr lang="en-US" sz="1600" dirty="0"/>
              <a:t> Error handling</a:t>
            </a:r>
          </a:p>
        </p:txBody>
      </p:sp>
      <p:grpSp>
        <p:nvGrpSpPr>
          <p:cNvPr id="38" name="Group 37">
            <a:extLst>
              <a:ext uri="{FF2B5EF4-FFF2-40B4-BE49-F238E27FC236}">
                <a16:creationId xmlns:a16="http://schemas.microsoft.com/office/drawing/2014/main" id="{34F4D897-7882-3443-AB14-A1D4C8DF6E04}"/>
              </a:ext>
            </a:extLst>
          </p:cNvPr>
          <p:cNvGrpSpPr/>
          <p:nvPr/>
        </p:nvGrpSpPr>
        <p:grpSpPr>
          <a:xfrm>
            <a:off x="4931373" y="4072384"/>
            <a:ext cx="4096172" cy="2705266"/>
            <a:chOff x="4835472" y="4326722"/>
            <a:chExt cx="4096172" cy="2705266"/>
          </a:xfrm>
        </p:grpSpPr>
        <p:sp>
          <p:nvSpPr>
            <p:cNvPr id="37" name="Rounded Rectangle 36">
              <a:extLst>
                <a:ext uri="{FF2B5EF4-FFF2-40B4-BE49-F238E27FC236}">
                  <a16:creationId xmlns:a16="http://schemas.microsoft.com/office/drawing/2014/main" id="{68356F49-0AFD-EA48-B155-0A92DB692983}"/>
                </a:ext>
              </a:extLst>
            </p:cNvPr>
            <p:cNvSpPr/>
            <p:nvPr/>
          </p:nvSpPr>
          <p:spPr>
            <a:xfrm>
              <a:off x="4835472" y="4500713"/>
              <a:ext cx="4096172" cy="2531275"/>
            </a:xfrm>
            <a:prstGeom prst="roundRect">
              <a:avLst/>
            </a:prstGeom>
            <a:gradFill flip="none" rotWithShape="1">
              <a:gsLst>
                <a:gs pos="0">
                  <a:schemeClr val="accent6">
                    <a:lumMod val="0"/>
                    <a:lumOff val="100000"/>
                  </a:schemeClr>
                </a:gs>
                <a:gs pos="54000">
                  <a:schemeClr val="accent6">
                    <a:lumMod val="0"/>
                    <a:lumOff val="100000"/>
                  </a:schemeClr>
                </a:gs>
                <a:gs pos="100000">
                  <a:schemeClr val="accent6">
                    <a:lumMod val="100000"/>
                  </a:schemeClr>
                </a:gs>
              </a:gsLst>
              <a:path path="circle">
                <a:fillToRect l="50000" t="-80000" r="50000" b="180000"/>
              </a:path>
              <a:tileRect/>
            </a:gradFill>
            <a:ln w="19050">
              <a:solidFill>
                <a:schemeClr val="tx1">
                  <a:lumMod val="75000"/>
                </a:schemeClr>
              </a:solidFill>
            </a:ln>
          </p:spPr>
          <p:style>
            <a:lnRef idx="1">
              <a:schemeClr val="accent1"/>
            </a:lnRef>
            <a:fillRef idx="3">
              <a:schemeClr val="accent1"/>
            </a:fillRef>
            <a:effectRef idx="2">
              <a:schemeClr val="accent1"/>
            </a:effectRef>
            <a:fontRef idx="minor">
              <a:schemeClr val="lt1"/>
            </a:fontRef>
          </p:style>
          <p:txBody>
            <a:bodyPr rIns="0" bIns="0" rtlCol="0" anchor="b"/>
            <a:lstStyle/>
            <a:p>
              <a:pPr algn="r"/>
              <a:r>
                <a:rPr lang="en-US" sz="1050" dirty="0">
                  <a:solidFill>
                    <a:schemeClr val="tx1"/>
                  </a:solidFill>
                </a:rPr>
                <a:t>REDWIN coordinates</a:t>
              </a:r>
            </a:p>
          </p:txBody>
        </p:sp>
        <p:grpSp>
          <p:nvGrpSpPr>
            <p:cNvPr id="15" name="Group 14">
              <a:extLst>
                <a:ext uri="{FF2B5EF4-FFF2-40B4-BE49-F238E27FC236}">
                  <a16:creationId xmlns:a16="http://schemas.microsoft.com/office/drawing/2014/main" id="{C31E9FDB-41E8-7148-A66D-3BB9016A92AD}"/>
                </a:ext>
              </a:extLst>
            </p:cNvPr>
            <p:cNvGrpSpPr/>
            <p:nvPr/>
          </p:nvGrpSpPr>
          <p:grpSpPr>
            <a:xfrm>
              <a:off x="4891125" y="4326722"/>
              <a:ext cx="3991275" cy="2394189"/>
              <a:chOff x="4888025" y="3699379"/>
              <a:chExt cx="3991275" cy="2394189"/>
            </a:xfrm>
          </p:grpSpPr>
          <p:sp>
            <p:nvSpPr>
              <p:cNvPr id="7" name="Parallelogram 6">
                <a:extLst>
                  <a:ext uri="{FF2B5EF4-FFF2-40B4-BE49-F238E27FC236}">
                    <a16:creationId xmlns:a16="http://schemas.microsoft.com/office/drawing/2014/main" id="{904A468C-B2F1-8C43-90EE-2A3A83C7612C}"/>
                  </a:ext>
                </a:extLst>
              </p:cNvPr>
              <p:cNvSpPr/>
              <p:nvPr/>
            </p:nvSpPr>
            <p:spPr>
              <a:xfrm>
                <a:off x="4888025" y="4157426"/>
                <a:ext cx="1902938" cy="821747"/>
              </a:xfrm>
              <a:prstGeom prst="parallelogram">
                <a:avLst>
                  <a:gd name="adj" fmla="val 12323"/>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r>
                  <a:rPr lang="en-US" sz="1200" dirty="0">
                    <a:solidFill>
                      <a:schemeClr val="bg1">
                        <a:lumMod val="75000"/>
                      </a:schemeClr>
                    </a:solidFill>
                  </a:rPr>
                  <a:t>Node Inputs:</a:t>
                </a:r>
              </a:p>
              <a:p>
                <a:pPr marL="45720" indent="45720">
                  <a:buFont typeface="Arial" panose="020B0604020202020204" pitchFamily="34" charset="0"/>
                  <a:buChar char="•"/>
                </a:pPr>
                <a:r>
                  <a:rPr lang="en-US" sz="1200" dirty="0"/>
                  <a:t>  Displacements</a:t>
                </a:r>
              </a:p>
              <a:p>
                <a:pPr marL="45720"/>
                <a:r>
                  <a:rPr lang="en-US" sz="1200" dirty="0">
                    <a:solidFill>
                      <a:schemeClr val="bg1">
                        <a:lumMod val="75000"/>
                      </a:schemeClr>
                    </a:solidFill>
                  </a:rPr>
                  <a:t>Node data:</a:t>
                </a:r>
              </a:p>
              <a:p>
                <a:pPr marL="45720" indent="45720">
                  <a:buFont typeface="Arial" panose="020B0604020202020204" pitchFamily="34" charset="0"/>
                  <a:buChar char="•"/>
                </a:pPr>
                <a:r>
                  <a:rPr lang="en-US" sz="1200" dirty="0"/>
                  <a:t>  Properties / states</a:t>
                </a:r>
              </a:p>
            </p:txBody>
          </p:sp>
          <p:sp>
            <p:nvSpPr>
              <p:cNvPr id="13" name="Parallelogram 12">
                <a:extLst>
                  <a:ext uri="{FF2B5EF4-FFF2-40B4-BE49-F238E27FC236}">
                    <a16:creationId xmlns:a16="http://schemas.microsoft.com/office/drawing/2014/main" id="{5064CBEC-5B73-B140-9CAC-E4EC210C52C3}"/>
                  </a:ext>
                </a:extLst>
              </p:cNvPr>
              <p:cNvSpPr/>
              <p:nvPr/>
            </p:nvSpPr>
            <p:spPr>
              <a:xfrm>
                <a:off x="6976362" y="4157426"/>
                <a:ext cx="1902938" cy="821747"/>
              </a:xfrm>
              <a:prstGeom prst="parallelogram">
                <a:avLst>
                  <a:gd name="adj" fmla="val 12323"/>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r>
                  <a:rPr lang="en-US" sz="1200" dirty="0">
                    <a:solidFill>
                      <a:schemeClr val="bg1">
                        <a:lumMod val="75000"/>
                      </a:schemeClr>
                    </a:solidFill>
                  </a:rPr>
                  <a:t>Node Outputs:</a:t>
                </a:r>
              </a:p>
              <a:p>
                <a:pPr marL="45720" indent="45720">
                  <a:buFont typeface="Arial" panose="020B0604020202020204" pitchFamily="34" charset="0"/>
                  <a:buChar char="•"/>
                </a:pPr>
                <a:r>
                  <a:rPr lang="en-US" sz="1200" dirty="0"/>
                  <a:t>  Forces</a:t>
                </a:r>
              </a:p>
            </p:txBody>
          </p:sp>
          <p:sp>
            <p:nvSpPr>
              <p:cNvPr id="14" name="TextBox 13">
                <a:extLst>
                  <a:ext uri="{FF2B5EF4-FFF2-40B4-BE49-F238E27FC236}">
                    <a16:creationId xmlns:a16="http://schemas.microsoft.com/office/drawing/2014/main" id="{8FE80B24-1011-C74F-9D61-BA0A10EFAE31}"/>
                  </a:ext>
                </a:extLst>
              </p:cNvPr>
              <p:cNvSpPr txBox="1"/>
              <p:nvPr/>
            </p:nvSpPr>
            <p:spPr>
              <a:xfrm>
                <a:off x="6074637" y="5724236"/>
                <a:ext cx="1611642" cy="369332"/>
              </a:xfrm>
              <a:prstGeom prst="rect">
                <a:avLst/>
              </a:prstGeom>
              <a:solidFill>
                <a:schemeClr val="tx2">
                  <a:lumMod val="20000"/>
                  <a:lumOff val="80000"/>
                </a:schemeClr>
              </a:solidFill>
              <a:ln w="31750">
                <a:solidFill>
                  <a:schemeClr val="accent1">
                    <a:shade val="95000"/>
                    <a:satMod val="105000"/>
                  </a:schemeClr>
                </a:solidFill>
              </a:ln>
            </p:spPr>
            <p:txBody>
              <a:bodyPr wrap="square" rtlCol="0">
                <a:spAutoFit/>
              </a:bodyPr>
              <a:lstStyle/>
              <a:p>
                <a:pPr algn="ctr">
                  <a:spcBef>
                    <a:spcPts val="1200"/>
                  </a:spcBef>
                  <a:spcAft>
                    <a:spcPts val="1200"/>
                  </a:spcAft>
                </a:pPr>
                <a:r>
                  <a:rPr lang="en-US" dirty="0"/>
                  <a:t>REDWIN DLL</a:t>
                </a:r>
              </a:p>
            </p:txBody>
          </p:sp>
          <p:sp>
            <p:nvSpPr>
              <p:cNvPr id="8" name="Down Arrow 7">
                <a:extLst>
                  <a:ext uri="{FF2B5EF4-FFF2-40B4-BE49-F238E27FC236}">
                    <a16:creationId xmlns:a16="http://schemas.microsoft.com/office/drawing/2014/main" id="{72E3FC1E-B8F9-704D-BC77-A56F6FFD4D49}"/>
                  </a:ext>
                </a:extLst>
              </p:cNvPr>
              <p:cNvSpPr/>
              <p:nvPr/>
            </p:nvSpPr>
            <p:spPr>
              <a:xfrm>
                <a:off x="6241139" y="5051233"/>
                <a:ext cx="318033" cy="57327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Down Arrow 18">
                <a:extLst>
                  <a:ext uri="{FF2B5EF4-FFF2-40B4-BE49-F238E27FC236}">
                    <a16:creationId xmlns:a16="http://schemas.microsoft.com/office/drawing/2014/main" id="{CF18996C-9795-964D-B057-557A82CA272F}"/>
                  </a:ext>
                </a:extLst>
              </p:cNvPr>
              <p:cNvSpPr/>
              <p:nvPr/>
            </p:nvSpPr>
            <p:spPr>
              <a:xfrm rot="10800000">
                <a:off x="7211253" y="5051232"/>
                <a:ext cx="318033" cy="57327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Down Arrow 20">
                <a:extLst>
                  <a:ext uri="{FF2B5EF4-FFF2-40B4-BE49-F238E27FC236}">
                    <a16:creationId xmlns:a16="http://schemas.microsoft.com/office/drawing/2014/main" id="{89641936-487D-9F4A-BFCA-7ABC47DB6B0B}"/>
                  </a:ext>
                </a:extLst>
              </p:cNvPr>
              <p:cNvSpPr/>
              <p:nvPr/>
            </p:nvSpPr>
            <p:spPr>
              <a:xfrm>
                <a:off x="6241140" y="3699382"/>
                <a:ext cx="318033" cy="421847"/>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 name="Down Arrow 21">
                <a:extLst>
                  <a:ext uri="{FF2B5EF4-FFF2-40B4-BE49-F238E27FC236}">
                    <a16:creationId xmlns:a16="http://schemas.microsoft.com/office/drawing/2014/main" id="{96215923-874A-EF42-AD4C-276E91EA90CD}"/>
                  </a:ext>
                </a:extLst>
              </p:cNvPr>
              <p:cNvSpPr/>
              <p:nvPr/>
            </p:nvSpPr>
            <p:spPr>
              <a:xfrm rot="10800000">
                <a:off x="7208445" y="3699379"/>
                <a:ext cx="318033" cy="421849"/>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grpSp>
        <p:nvGrpSpPr>
          <p:cNvPr id="36" name="Group 35">
            <a:extLst>
              <a:ext uri="{FF2B5EF4-FFF2-40B4-BE49-F238E27FC236}">
                <a16:creationId xmlns:a16="http://schemas.microsoft.com/office/drawing/2014/main" id="{24206983-D5F0-C142-BDCC-16C1A3D9C20B}"/>
              </a:ext>
            </a:extLst>
          </p:cNvPr>
          <p:cNvGrpSpPr/>
          <p:nvPr/>
        </p:nvGrpSpPr>
        <p:grpSpPr>
          <a:xfrm>
            <a:off x="4931375" y="52028"/>
            <a:ext cx="4096172" cy="2506835"/>
            <a:chOff x="4835472" y="12435"/>
            <a:chExt cx="4096172" cy="2506835"/>
          </a:xfrm>
        </p:grpSpPr>
        <p:sp>
          <p:nvSpPr>
            <p:cNvPr id="34" name="Rounded Rectangle 33">
              <a:extLst>
                <a:ext uri="{FF2B5EF4-FFF2-40B4-BE49-F238E27FC236}">
                  <a16:creationId xmlns:a16="http://schemas.microsoft.com/office/drawing/2014/main" id="{32C9C066-A539-9C46-B533-54B513AD3959}"/>
                </a:ext>
              </a:extLst>
            </p:cNvPr>
            <p:cNvSpPr/>
            <p:nvPr/>
          </p:nvSpPr>
          <p:spPr>
            <a:xfrm>
              <a:off x="4835472" y="12435"/>
              <a:ext cx="4096172" cy="2406674"/>
            </a:xfrm>
            <a:prstGeom prst="roundRect">
              <a:avLst/>
            </a:prstGeom>
            <a:gradFill flip="none" rotWithShape="1">
              <a:gsLst>
                <a:gs pos="0">
                  <a:schemeClr val="accent6">
                    <a:lumMod val="0"/>
                    <a:lumOff val="100000"/>
                  </a:schemeClr>
                </a:gs>
                <a:gs pos="60000">
                  <a:schemeClr val="accent6">
                    <a:lumMod val="0"/>
                    <a:lumOff val="100000"/>
                  </a:schemeClr>
                </a:gs>
                <a:gs pos="100000">
                  <a:schemeClr val="accent6">
                    <a:lumMod val="100000"/>
                  </a:schemeClr>
                </a:gs>
              </a:gsLst>
              <a:path path="circle">
                <a:fillToRect l="50000" t="-80000" r="50000" b="180000"/>
              </a:path>
              <a:tileRect/>
            </a:gradFill>
            <a:ln w="19050">
              <a:solidFill>
                <a:schemeClr val="tx1">
                  <a:lumMod val="75000"/>
                </a:schemeClr>
              </a:solidFill>
            </a:ln>
          </p:spPr>
          <p:style>
            <a:lnRef idx="1">
              <a:schemeClr val="accent1"/>
            </a:lnRef>
            <a:fillRef idx="3">
              <a:schemeClr val="accent1"/>
            </a:fillRef>
            <a:effectRef idx="2">
              <a:schemeClr val="accent1"/>
            </a:effectRef>
            <a:fontRef idx="minor">
              <a:schemeClr val="lt1"/>
            </a:fontRef>
          </p:style>
          <p:txBody>
            <a:bodyPr rIns="0" bIns="0" rtlCol="0" anchor="b"/>
            <a:lstStyle/>
            <a:p>
              <a:pPr algn="r"/>
              <a:r>
                <a:rPr lang="en-US" sz="1050" dirty="0">
                  <a:solidFill>
                    <a:schemeClr val="tx1"/>
                  </a:solidFill>
                </a:rPr>
                <a:t>Simulator coordinates</a:t>
              </a:r>
            </a:p>
          </p:txBody>
        </p:sp>
        <p:grpSp>
          <p:nvGrpSpPr>
            <p:cNvPr id="33" name="Group 32">
              <a:extLst>
                <a:ext uri="{FF2B5EF4-FFF2-40B4-BE49-F238E27FC236}">
                  <a16:creationId xmlns:a16="http://schemas.microsoft.com/office/drawing/2014/main" id="{AE582552-EB93-4940-B57A-0FB076535929}"/>
                </a:ext>
              </a:extLst>
            </p:cNvPr>
            <p:cNvGrpSpPr/>
            <p:nvPr/>
          </p:nvGrpSpPr>
          <p:grpSpPr>
            <a:xfrm>
              <a:off x="5141568" y="134757"/>
              <a:ext cx="3483979" cy="2384513"/>
              <a:chOff x="5141568" y="134757"/>
              <a:chExt cx="3483979" cy="2384513"/>
            </a:xfrm>
          </p:grpSpPr>
          <p:sp>
            <p:nvSpPr>
              <p:cNvPr id="6" name="TextBox 5">
                <a:extLst>
                  <a:ext uri="{FF2B5EF4-FFF2-40B4-BE49-F238E27FC236}">
                    <a16:creationId xmlns:a16="http://schemas.microsoft.com/office/drawing/2014/main" id="{4C15A020-0B50-214A-95C2-94B1A2E499DF}"/>
                  </a:ext>
                </a:extLst>
              </p:cNvPr>
              <p:cNvSpPr txBox="1"/>
              <p:nvPr/>
            </p:nvSpPr>
            <p:spPr>
              <a:xfrm>
                <a:off x="5141568" y="134757"/>
                <a:ext cx="3483979" cy="369332"/>
              </a:xfrm>
              <a:prstGeom prst="rect">
                <a:avLst/>
              </a:prstGeom>
              <a:solidFill>
                <a:schemeClr val="tx2">
                  <a:lumMod val="20000"/>
                  <a:lumOff val="80000"/>
                </a:schemeClr>
              </a:solidFill>
              <a:ln w="31750">
                <a:solidFill>
                  <a:schemeClr val="accent1">
                    <a:shade val="95000"/>
                    <a:satMod val="105000"/>
                  </a:schemeClr>
                </a:solidFill>
              </a:ln>
            </p:spPr>
            <p:txBody>
              <a:bodyPr wrap="square" rtlCol="0">
                <a:spAutoFit/>
              </a:bodyPr>
              <a:lstStyle/>
              <a:p>
                <a:pPr algn="ctr">
                  <a:spcBef>
                    <a:spcPts val="1800"/>
                  </a:spcBef>
                  <a:spcAft>
                    <a:spcPts val="1800"/>
                  </a:spcAft>
                </a:pPr>
                <a:r>
                  <a:rPr lang="en-US" dirty="0"/>
                  <a:t>Simulator</a:t>
                </a:r>
              </a:p>
            </p:txBody>
          </p:sp>
          <p:sp>
            <p:nvSpPr>
              <p:cNvPr id="23" name="Parallelogram 22">
                <a:extLst>
                  <a:ext uri="{FF2B5EF4-FFF2-40B4-BE49-F238E27FC236}">
                    <a16:creationId xmlns:a16="http://schemas.microsoft.com/office/drawing/2014/main" id="{744FDFC3-43C5-C04C-9380-B344FA875883}"/>
                  </a:ext>
                </a:extLst>
              </p:cNvPr>
              <p:cNvSpPr/>
              <p:nvPr/>
            </p:nvSpPr>
            <p:spPr>
              <a:xfrm>
                <a:off x="5325245" y="1076672"/>
                <a:ext cx="3116627" cy="964984"/>
              </a:xfrm>
              <a:prstGeom prst="parallelogram">
                <a:avLst>
                  <a:gd name="adj" fmla="val 12323"/>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r>
                  <a:rPr lang="en-US" sz="1200" dirty="0">
                    <a:solidFill>
                      <a:schemeClr val="bg1">
                        <a:lumMod val="75000"/>
                      </a:schemeClr>
                    </a:solidFill>
                  </a:rPr>
                  <a:t>Input:</a:t>
                </a:r>
              </a:p>
              <a:p>
                <a:pPr marL="45720" indent="45720">
                  <a:buFont typeface="Arial" panose="020B0604020202020204" pitchFamily="34" charset="0"/>
                  <a:buChar char="•"/>
                </a:pPr>
                <a:r>
                  <a:rPr lang="en-US" sz="1200" dirty="0"/>
                  <a:t>  Meshes / points locations in simulator coordinate frame</a:t>
                </a:r>
              </a:p>
              <a:p>
                <a:pPr marL="45720"/>
                <a:r>
                  <a:rPr lang="en-US" sz="1200" dirty="0">
                    <a:solidFill>
                      <a:schemeClr val="bg1">
                        <a:lumMod val="75000"/>
                      </a:schemeClr>
                    </a:solidFill>
                  </a:rPr>
                  <a:t>Output:</a:t>
                </a:r>
                <a:endParaRPr lang="en-US" sz="1200" dirty="0"/>
              </a:p>
              <a:p>
                <a:pPr marL="45720" indent="45720">
                  <a:buFont typeface="Arial" panose="020B0604020202020204" pitchFamily="34" charset="0"/>
                  <a:buChar char="•"/>
                </a:pPr>
                <a:r>
                  <a:rPr lang="en-US" sz="1200" dirty="0"/>
                  <a:t>  Loads in simulator coordinates</a:t>
                </a:r>
              </a:p>
            </p:txBody>
          </p:sp>
          <p:sp>
            <p:nvSpPr>
              <p:cNvPr id="31" name="Up-Down Arrow 30">
                <a:extLst>
                  <a:ext uri="{FF2B5EF4-FFF2-40B4-BE49-F238E27FC236}">
                    <a16:creationId xmlns:a16="http://schemas.microsoft.com/office/drawing/2014/main" id="{88B81833-2196-514C-ABF2-8DF0D637FC9C}"/>
                  </a:ext>
                </a:extLst>
              </p:cNvPr>
              <p:cNvSpPr/>
              <p:nvPr/>
            </p:nvSpPr>
            <p:spPr>
              <a:xfrm>
                <a:off x="6719566" y="570756"/>
                <a:ext cx="327986" cy="459516"/>
              </a:xfrm>
              <a:prstGeom prst="up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Up-Down Arrow 31">
                <a:extLst>
                  <a:ext uri="{FF2B5EF4-FFF2-40B4-BE49-F238E27FC236}">
                    <a16:creationId xmlns:a16="http://schemas.microsoft.com/office/drawing/2014/main" id="{75E456EA-9446-6641-9B2A-B5683AB7303C}"/>
                  </a:ext>
                </a:extLst>
              </p:cNvPr>
              <p:cNvSpPr/>
              <p:nvPr/>
            </p:nvSpPr>
            <p:spPr>
              <a:xfrm>
                <a:off x="6719566" y="2059754"/>
                <a:ext cx="327986" cy="459516"/>
              </a:xfrm>
              <a:prstGeom prst="up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501497766"/>
      </p:ext>
    </p:extLst>
  </p:cSld>
  <p:clrMapOvr>
    <a:masterClrMapping/>
  </p:clrMapOvr>
</p:sld>
</file>

<file path=ppt/theme/theme1.xml><?xml version="1.0" encoding="utf-8"?>
<a:theme xmlns:a="http://schemas.openxmlformats.org/drawingml/2006/main" name="NREL-dynamic-presentation-short">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4-3_NREL-presentation" id="{45021C4C-7E14-BD4E-96C3-8F4CA0693EA2}" vid="{21F90D51-C8D8-9642-AC73-5514841FC1E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NREL-dynamic-presentation-short</Template>
  <TotalTime>48376</TotalTime>
  <Words>145</Words>
  <Application>Microsoft Macintosh PowerPoint</Application>
  <PresentationFormat>On-screen Show (4:3)</PresentationFormat>
  <Paragraphs>34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Courier New</vt:lpstr>
      <vt:lpstr>NREL-dynamic-presentation-short</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NREL 4:3 Standard Presentation Template (.pptx)</dc:title>
  <dc:subject>PowerPoint presentation template for older monitors and TVs.</dc:subject>
  <dc:creator>NREL</dc:creator>
  <cp:keywords/>
  <dc:description/>
  <cp:lastModifiedBy>Platt, Andy</cp:lastModifiedBy>
  <cp:revision>164</cp:revision>
  <cp:lastPrinted>2018-01-04T20:32:41Z</cp:lastPrinted>
  <dcterms:created xsi:type="dcterms:W3CDTF">2019-02-01T22:56:33Z</dcterms:created>
  <dcterms:modified xsi:type="dcterms:W3CDTF">2020-03-26T21:00:52Z</dcterms:modified>
  <cp:category/>
</cp:coreProperties>
</file>