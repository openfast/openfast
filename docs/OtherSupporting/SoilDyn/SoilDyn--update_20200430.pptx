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748"/>
  </p:normalViewPr>
  <p:slideViewPr>
    <p:cSldViewPr snapToGrid="0" snapToObjects="1">
      <p:cViewPr varScale="1">
        <p:scale>
          <a:sx n="156" d="100"/>
          <a:sy n="156" d="100"/>
        </p:scale>
        <p:origin x="1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ADEB-E87C-4C46-A762-F8378137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03E1B-7157-6C41-842A-D19D83218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C1D5-7A82-CB4E-BBF6-9DE6FA05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115C6-9D8D-1E49-B6B5-7D3848939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EE1C-0F61-374D-A97E-58963DB4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2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8491-C113-8A45-A409-86A748A6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E453-6E51-DC43-8E14-92C31F3E6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3D0D8-931D-D144-BE74-94BFED80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F4AA9-F67F-9A42-A6F8-AE9A1D62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90E9D-3605-024B-AB96-7BCF9983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3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D299-81A9-064A-9FD8-159C0247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E969-0903-194B-8155-DC80B42FD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29D41-2797-E14E-8E5B-D75FDE39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9784E-5553-7543-AA29-B32C7B1E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CAB4A-2ADB-1A42-B8CD-088F4F7A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3F5C-C811-654E-99B2-46CC3A91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8938C-2F65-2541-BC2A-BAED529EA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740C7-9BAC-AB43-809F-665526667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BA711-4343-3740-B055-F8D5DF7F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06F1D-3CE8-B749-8CBD-BB14BE70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6AE3C-5BE4-9143-A82E-E9C9B4AC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3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EC4F-B414-BE4E-8BE2-508690F7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91FB3-9FE9-9849-AB6E-AD8224EAD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DB7D-CBE9-E04F-A497-372AF635B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5D55C-3199-9E49-8404-F78E919E4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F69AC4-9CC5-0D46-8B6D-0FC11AC78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6552E7-7727-8F47-8CBC-BE0365CA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5B88FF-7374-2045-9C99-36C1B361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BAD98-550C-6B4E-8DD0-D68FF225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67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19021-419D-2F4C-B460-C413B614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90CBE-718E-9A43-AD00-42044C57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53E55-93D3-214E-9CFE-EC52E9D9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0178A-6210-6240-9D85-5F0807B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2F1E8-28E3-FD42-8ED8-B5D3440A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F1840-3738-204D-9318-BEC9EE3C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68B5B-49B0-CB4A-AD4F-B38E0E04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6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5201-3C39-464D-A790-F15395C3C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C86B-5235-534A-B51F-90CB149AF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B8A4-15EE-7049-9352-75941B40C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881E8-4D43-AD40-AB11-5D70294E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7EB41-57D2-7E4B-8B69-FD0AC2A4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F7310-2BA9-CE44-A483-2AA3A49CB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1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9A0D-6115-6940-910F-81E47FE4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A0D3F-8A6B-754D-A4E9-31039E615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1246C-534A-C14D-832C-839F2382D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60797-B22D-3E44-943E-FAAFE726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D8A9D-04B7-2242-A4A4-585B5C10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9EBB4-32F2-A347-8283-B25DC475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2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C19C-DFFE-284B-A65B-DEA98785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963EE-CCD3-7D42-9954-8B0A2A7A4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45A3C-E4BA-D740-8580-41F7EC0D8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46070-5F91-0D4B-BE17-8E1B0A73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B4A5-2D67-9D4A-933B-00B65F56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3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7647C-5923-FB4C-B57B-CB2723223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E80D1-ED17-3F49-85B3-CFC858861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8F602-3E06-7147-B884-2BBC6F2C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B566-48B3-4C42-9589-1489AF12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58476-43D3-BA41-B1A0-743C3695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0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AF50A-5F40-B142-9EC8-459137B6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DC5E7-BCC2-4943-9978-A03497389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9F77A-3866-A649-AB05-AB0DBAE8E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CB132-F222-4442-BC8B-48890CAB6EE8}" type="datetimeFigureOut">
              <a:rPr lang="en-US" smtClean="0"/>
              <a:t>4/28/20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D6FC2-6BF2-2B43-A28F-06630FA93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EE38C-2E99-F54D-B918-1C8F5B965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1E6AB-2CDC-144C-9DF6-8D140CF8E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7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3338-3AAD-F34A-B483-7509BD88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71211"/>
            <a:ext cx="10515600" cy="769709"/>
          </a:xfrm>
        </p:spPr>
        <p:txBody>
          <a:bodyPr>
            <a:normAutofit/>
          </a:bodyPr>
          <a:lstStyle/>
          <a:p>
            <a:r>
              <a:rPr lang="en-US" sz="3200" dirty="0" err="1"/>
              <a:t>SoilDyn</a:t>
            </a:r>
            <a:r>
              <a:rPr lang="en-US" sz="3200" dirty="0"/>
              <a:t>: soil interaction in </a:t>
            </a:r>
            <a:r>
              <a:rPr lang="en-US" sz="3200" dirty="0" err="1"/>
              <a:t>OpenFAST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FFE28-C7C9-2B4B-9FFE-A6A727438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405" y="1387928"/>
            <a:ext cx="7603671" cy="5001305"/>
          </a:xfrm>
        </p:spPr>
        <p:txBody>
          <a:bodyPr>
            <a:normAutofit/>
          </a:bodyPr>
          <a:lstStyle/>
          <a:p>
            <a:r>
              <a:rPr lang="en-US" dirty="0"/>
              <a:t>Loose coupling </a:t>
            </a:r>
            <a:r>
              <a:rPr lang="en-US" dirty="0" err="1"/>
              <a:t>SoilDyn</a:t>
            </a:r>
            <a:r>
              <a:rPr lang="en-US" dirty="0"/>
              <a:t> + </a:t>
            </a:r>
            <a:r>
              <a:rPr lang="en-US" dirty="0" err="1"/>
              <a:t>SubDyn</a:t>
            </a:r>
            <a:r>
              <a:rPr lang="en-US" dirty="0"/>
              <a:t> + </a:t>
            </a:r>
            <a:r>
              <a:rPr lang="en-US" dirty="0" err="1"/>
              <a:t>ElastoDyn</a:t>
            </a:r>
            <a:r>
              <a:rPr lang="en-US" dirty="0"/>
              <a:t> in </a:t>
            </a:r>
            <a:r>
              <a:rPr lang="en-US" dirty="0" err="1"/>
              <a:t>OpenFAST</a:t>
            </a:r>
            <a:endParaRPr lang="en-US" dirty="0"/>
          </a:p>
          <a:p>
            <a:pPr lvl="1"/>
            <a:r>
              <a:rPr lang="en-US" dirty="0"/>
              <a:t>Implementation complete, </a:t>
            </a:r>
            <a:r>
              <a:rPr lang="en-US"/>
              <a:t>testing ongoing</a:t>
            </a:r>
            <a:endParaRPr lang="en-US" dirty="0"/>
          </a:p>
          <a:p>
            <a:r>
              <a:rPr lang="en-US" dirty="0" err="1"/>
              <a:t>SoilDyn</a:t>
            </a:r>
            <a:endParaRPr lang="en-US" dirty="0"/>
          </a:p>
          <a:p>
            <a:pPr lvl="1"/>
            <a:r>
              <a:rPr lang="en-US" dirty="0"/>
              <a:t>6x6 Stiffness matrix </a:t>
            </a:r>
          </a:p>
          <a:p>
            <a:pPr lvl="1"/>
            <a:r>
              <a:rPr lang="en-US" dirty="0"/>
              <a:t>REDWIN DLL: Models 1, 2, 3</a:t>
            </a:r>
            <a:br>
              <a:rPr lang="en-US" dirty="0"/>
            </a:br>
            <a:r>
              <a:rPr lang="en-US" dirty="0"/>
              <a:t>	- Tested extensively with Model 2</a:t>
            </a:r>
          </a:p>
          <a:p>
            <a:r>
              <a:rPr lang="en-US" dirty="0"/>
              <a:t>Testing with Phase II model ongoing</a:t>
            </a:r>
          </a:p>
          <a:p>
            <a:r>
              <a:rPr lang="en-US" dirty="0"/>
              <a:t>Release in next few weeks for general use/testing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281EA2-7251-BB42-A7EA-0AF7FDD04C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69" t="13537" r="29029" b="25273"/>
          <a:stretch/>
        </p:blipFill>
        <p:spPr>
          <a:xfrm>
            <a:off x="7949760" y="242781"/>
            <a:ext cx="3975540" cy="637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5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3338-3AAD-F34A-B483-7509BD88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71211"/>
            <a:ext cx="10515600" cy="769709"/>
          </a:xfrm>
        </p:spPr>
        <p:txBody>
          <a:bodyPr>
            <a:normAutofit/>
          </a:bodyPr>
          <a:lstStyle/>
          <a:p>
            <a:r>
              <a:rPr lang="en-US" sz="3200" dirty="0" err="1"/>
              <a:t>SoilDyn</a:t>
            </a:r>
            <a:r>
              <a:rPr lang="en-US" sz="3200" dirty="0"/>
              <a:t>: soil interaction in </a:t>
            </a:r>
            <a:r>
              <a:rPr lang="en-US" sz="3200" dirty="0" err="1"/>
              <a:t>OpenFAST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FFE28-C7C9-2B4B-9FFE-A6A727438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0405" y="1012490"/>
                <a:ext cx="7603671" cy="53767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u="sng" dirty="0"/>
                  <a:t>Testing / Settings</a:t>
                </a:r>
              </a:p>
              <a:p>
                <a:r>
                  <a:rPr lang="en-US" dirty="0"/>
                  <a:t>Testing with modified OC3 monopile</a:t>
                </a:r>
              </a:p>
              <a:p>
                <a:pPr lvl="1"/>
                <a:r>
                  <a:rPr lang="en-US" dirty="0"/>
                  <a:t>High frequency interaction between </a:t>
                </a:r>
                <a:r>
                  <a:rPr lang="en-US" dirty="0" err="1"/>
                  <a:t>ElastoDyn</a:t>
                </a:r>
                <a:r>
                  <a:rPr lang="en-US" dirty="0"/>
                  <a:t> tower and </a:t>
                </a:r>
                <a:r>
                  <a:rPr lang="en-US" dirty="0" err="1"/>
                  <a:t>SoilDyn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315 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Hz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Question: has anyone else found similar issues?</a:t>
                </a:r>
              </a:p>
              <a:p>
                <a:r>
                  <a:rPr lang="en-US" dirty="0"/>
                  <a:t>REDWIN Model 2 </a:t>
                </a:r>
              </a:p>
              <a:p>
                <a:pPr lvl="1"/>
                <a:r>
                  <a:rPr lang="en-US" dirty="0"/>
                  <a:t>no heave or yaw restoring force</a:t>
                </a:r>
              </a:p>
              <a:p>
                <a:pPr lvl="1"/>
                <a:r>
                  <a:rPr lang="en-US" dirty="0" err="1"/>
                  <a:t>SubDyn</a:t>
                </a:r>
                <a:r>
                  <a:rPr lang="en-US" dirty="0"/>
                  <a:t> does not allow turning off DOF’s, so disable heave and yaw DOF in </a:t>
                </a:r>
                <a:r>
                  <a:rPr lang="en-US" dirty="0" err="1"/>
                  <a:t>ElastoDyn</a:t>
                </a:r>
                <a:r>
                  <a:rPr lang="en-US" dirty="0"/>
                  <a:t> (at tower base)</a:t>
                </a:r>
              </a:p>
              <a:p>
                <a:r>
                  <a:rPr lang="en-US" dirty="0"/>
                  <a:t>Loose coupling approach requires very small timestep and 1 correction step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i="1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sec</m:t>
                    </m:r>
                  </m:oMath>
                </a14:m>
                <a:r>
                  <a:rPr lang="en-US" dirty="0"/>
                  <a:t> 	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FFE28-C7C9-2B4B-9FFE-A6A727438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405" y="1012490"/>
                <a:ext cx="7603671" cy="5376743"/>
              </a:xfrm>
              <a:blipFill>
                <a:blip r:embed="rId2"/>
                <a:stretch>
                  <a:fillRect l="-1669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D281EA2-7251-BB42-A7EA-0AF7FDD04C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69" t="13537" r="29029" b="25273"/>
          <a:stretch/>
        </p:blipFill>
        <p:spPr>
          <a:xfrm>
            <a:off x="7949760" y="242781"/>
            <a:ext cx="3975540" cy="637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5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3338-3AAD-F34A-B483-7509BD88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71211"/>
            <a:ext cx="10515600" cy="769709"/>
          </a:xfrm>
        </p:spPr>
        <p:txBody>
          <a:bodyPr>
            <a:normAutofit/>
          </a:bodyPr>
          <a:lstStyle/>
          <a:p>
            <a:r>
              <a:rPr lang="en-US" sz="3200" dirty="0" err="1"/>
              <a:t>SoilDyn</a:t>
            </a:r>
            <a:r>
              <a:rPr lang="en-US" sz="3200" dirty="0"/>
              <a:t>: soil interaction in </a:t>
            </a:r>
            <a:r>
              <a:rPr lang="en-US" sz="3200" dirty="0" err="1"/>
              <a:t>OpenFAST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FFE28-C7C9-2B4B-9FFE-A6A727438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405" y="1012490"/>
            <a:ext cx="7603671" cy="5376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Tips</a:t>
            </a:r>
          </a:p>
          <a:p>
            <a:r>
              <a:rPr lang="en-US" dirty="0"/>
              <a:t>Loose coupling solver interaction is non-trivial</a:t>
            </a:r>
          </a:p>
          <a:p>
            <a:r>
              <a:rPr lang="en-US" dirty="0"/>
              <a:t>During development, 6x6 stiffness for faster debugging</a:t>
            </a:r>
          </a:p>
          <a:p>
            <a:r>
              <a:rPr lang="en-US" dirty="0"/>
              <a:t>REDWIN DLL</a:t>
            </a:r>
          </a:p>
          <a:p>
            <a:pPr lvl="1"/>
            <a:r>
              <a:rPr lang="en-US" dirty="0"/>
              <a:t>Properties and Calibration curve files must be in working directory</a:t>
            </a:r>
          </a:p>
          <a:p>
            <a:pPr lvl="1"/>
            <a:r>
              <a:rPr lang="en-US" dirty="0"/>
              <a:t>DLL will abort the program on errors without returning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281EA2-7251-BB42-A7EA-0AF7FDD04C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69" t="13537" r="29029" b="25273"/>
          <a:stretch/>
        </p:blipFill>
        <p:spPr>
          <a:xfrm>
            <a:off x="7949760" y="242781"/>
            <a:ext cx="3975540" cy="637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23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158</Words>
  <Application>Microsoft Macintosh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SoilDyn: soil interaction in OpenFAST</vt:lpstr>
      <vt:lpstr>SoilDyn: soil interaction in OpenFAST</vt:lpstr>
      <vt:lpstr>SoilDyn: soil interaction in OpenFAST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Platt, Andy</dc:creator>
  <cp:lastModifiedBy>Platt, Andy</cp:lastModifiedBy>
  <cp:revision>8</cp:revision>
  <dcterms:created xsi:type="dcterms:W3CDTF">2020-04-28T20:46:53Z</dcterms:created>
  <dcterms:modified xsi:type="dcterms:W3CDTF">2020-04-29T19:37:16Z</dcterms:modified>
</cp:coreProperties>
</file>